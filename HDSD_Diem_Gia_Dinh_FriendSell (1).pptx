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12"/>
  </p:notesMasterIdLst>
  <p:handoutMasterIdLst>
    <p:handoutMasterId r:id="rId13"/>
  </p:handoutMasterIdLst>
  <p:sldIdLst>
    <p:sldId id="301" r:id="rId5"/>
    <p:sldId id="303" r:id="rId6"/>
    <p:sldId id="359" r:id="rId7"/>
    <p:sldId id="357" r:id="rId8"/>
    <p:sldId id="360" r:id="rId9"/>
    <p:sldId id="361" r:id="rId10"/>
    <p:sldId id="36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680453B-26E3-EFB8-DA2F-D89142635FA5}" name="Thu Nguyen Dinh Minh" initials="T" userId="S::ThuNDM@fpt.com::d3a792b7-b24e-4e65-81f1-e0107dd62e0e" providerId="AD"/>
  <p188:author id="{39903C3E-BDCD-850F-697B-8BAC55EEE9AF}" name="Nguyen Tran Nguyen Hanh" initials="NH" userId="S::nguyentnh5@fpt.com::daedd0f1-c2f2-47e8-8330-353125a6fb4f" providerId="AD"/>
  <p188:author id="{95EDFB9C-CF0E-F0E7-2F7E-39DCB4EB6E2D}" name="Dung Truong Thi Thuy" initials="DT" userId="S::dungttt13@fpt.com::66037727-dd99-4dbc-9df4-3d9f550dc0a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3864"/>
    <a:srgbClr val="E2783A"/>
    <a:srgbClr val="EBF4FF"/>
    <a:srgbClr val="E8F6DD"/>
    <a:srgbClr val="F6FFED"/>
    <a:srgbClr val="66FF99"/>
    <a:srgbClr val="985FF4"/>
    <a:srgbClr val="1E3385"/>
    <a:srgbClr val="FFF2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FB067F-B599-3BD0-E9D1-79FF776A04E2}" v="1" dt="2024-12-24T03:45:28.015"/>
  </p1510:revLst>
</p1510:revInfo>
</file>

<file path=ppt/tableStyles.xml><?xml version="1.0" encoding="utf-8"?>
<a:tblStyleLst xmlns:a="http://schemas.openxmlformats.org/drawingml/2006/main" def="{5C22544A-7EE6-4342-B048-85BDC9FD1C3A}">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106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u Nguyen Dinh Minh" userId="S::thundm@fpt.com::d3a792b7-b24e-4e65-81f1-e0107dd62e0e" providerId="AD" clId="Web-{48604685-5128-7C76-63E3-96919F7D1B5C}"/>
    <pc:docChg chg="addSld delSld modSld">
      <pc:chgData name="Thu Nguyen Dinh Minh" userId="S::thundm@fpt.com::d3a792b7-b24e-4e65-81f1-e0107dd62e0e" providerId="AD" clId="Web-{48604685-5128-7C76-63E3-96919F7D1B5C}" dt="2024-11-16T07:24:38.262" v="7"/>
      <pc:docMkLst>
        <pc:docMk/>
      </pc:docMkLst>
      <pc:sldChg chg="mod modShow">
        <pc:chgData name="Thu Nguyen Dinh Minh" userId="S::thundm@fpt.com::d3a792b7-b24e-4e65-81f1-e0107dd62e0e" providerId="AD" clId="Web-{48604685-5128-7C76-63E3-96919F7D1B5C}" dt="2024-11-16T07:24:36.981" v="4"/>
        <pc:sldMkLst>
          <pc:docMk/>
          <pc:sldMk cId="514128801" sldId="260"/>
        </pc:sldMkLst>
      </pc:sldChg>
      <pc:sldChg chg="mod modShow">
        <pc:chgData name="Thu Nguyen Dinh Minh" userId="S::thundm@fpt.com::d3a792b7-b24e-4e65-81f1-e0107dd62e0e" providerId="AD" clId="Web-{48604685-5128-7C76-63E3-96919F7D1B5C}" dt="2024-11-16T07:24:37.387" v="5"/>
        <pc:sldMkLst>
          <pc:docMk/>
          <pc:sldMk cId="3345060619" sldId="265"/>
        </pc:sldMkLst>
      </pc:sldChg>
      <pc:sldChg chg="mod modShow">
        <pc:chgData name="Thu Nguyen Dinh Minh" userId="S::thundm@fpt.com::d3a792b7-b24e-4e65-81f1-e0107dd62e0e" providerId="AD" clId="Web-{48604685-5128-7C76-63E3-96919F7D1B5C}" dt="2024-11-16T07:24:38.262" v="7"/>
        <pc:sldMkLst>
          <pc:docMk/>
          <pc:sldMk cId="2365071169" sldId="266"/>
        </pc:sldMkLst>
      </pc:sldChg>
      <pc:sldChg chg="mod modShow">
        <pc:chgData name="Thu Nguyen Dinh Minh" userId="S::thundm@fpt.com::d3a792b7-b24e-4e65-81f1-e0107dd62e0e" providerId="AD" clId="Web-{48604685-5128-7C76-63E3-96919F7D1B5C}" dt="2024-11-16T07:24:37.887" v="6"/>
        <pc:sldMkLst>
          <pc:docMk/>
          <pc:sldMk cId="1068541547" sldId="267"/>
        </pc:sldMkLst>
      </pc:sldChg>
      <pc:sldChg chg="del">
        <pc:chgData name="Thu Nguyen Dinh Minh" userId="S::thundm@fpt.com::d3a792b7-b24e-4e65-81f1-e0107dd62e0e" providerId="AD" clId="Web-{48604685-5128-7C76-63E3-96919F7D1B5C}" dt="2024-11-16T07:15:26.231" v="3"/>
        <pc:sldMkLst>
          <pc:docMk/>
          <pc:sldMk cId="1090391307" sldId="268"/>
        </pc:sldMkLst>
      </pc:sldChg>
      <pc:sldChg chg="add del">
        <pc:chgData name="Thu Nguyen Dinh Minh" userId="S::thundm@fpt.com::d3a792b7-b24e-4e65-81f1-e0107dd62e0e" providerId="AD" clId="Web-{48604685-5128-7C76-63E3-96919F7D1B5C}" dt="2024-11-16T07:15:21.247" v="2"/>
        <pc:sldMkLst>
          <pc:docMk/>
          <pc:sldMk cId="3461918417" sldId="269"/>
        </pc:sldMkLst>
      </pc:sldChg>
    </pc:docChg>
  </pc:docChgLst>
  <pc:docChgLst>
    <pc:chgData name="Nguyen Tran Nguyen Hanh" userId="S::nguyentnh5@fpt.com::daedd0f1-c2f2-47e8-8330-353125a6fb4f" providerId="AD" clId="Web-{D12455DA-FBEB-5D2E-404F-39525A58F6F0}"/>
    <pc:docChg chg="mod modSld sldOrd">
      <pc:chgData name="Nguyen Tran Nguyen Hanh" userId="S::nguyentnh5@fpt.com::daedd0f1-c2f2-47e8-8330-353125a6fb4f" providerId="AD" clId="Web-{D12455DA-FBEB-5D2E-404F-39525A58F6F0}" dt="2024-11-16T09:08:47.724" v="395"/>
      <pc:docMkLst>
        <pc:docMk/>
      </pc:docMkLst>
      <pc:sldChg chg="modSp">
        <pc:chgData name="Nguyen Tran Nguyen Hanh" userId="S::nguyentnh5@fpt.com::daedd0f1-c2f2-47e8-8330-353125a6fb4f" providerId="AD" clId="Web-{D12455DA-FBEB-5D2E-404F-39525A58F6F0}" dt="2024-11-16T09:08:47.724" v="395"/>
        <pc:sldMkLst>
          <pc:docMk/>
          <pc:sldMk cId="897058671" sldId="256"/>
        </pc:sldMkLst>
      </pc:sldChg>
      <pc:sldChg chg="modSp">
        <pc:chgData name="Nguyen Tran Nguyen Hanh" userId="S::nguyentnh5@fpt.com::daedd0f1-c2f2-47e8-8330-353125a6fb4f" providerId="AD" clId="Web-{D12455DA-FBEB-5D2E-404F-39525A58F6F0}" dt="2024-11-16T08:35:35.822" v="27" actId="1076"/>
        <pc:sldMkLst>
          <pc:docMk/>
          <pc:sldMk cId="2663141277" sldId="261"/>
        </pc:sldMkLst>
      </pc:sldChg>
      <pc:sldChg chg="ord">
        <pc:chgData name="Nguyen Tran Nguyen Hanh" userId="S::nguyentnh5@fpt.com::daedd0f1-c2f2-47e8-8330-353125a6fb4f" providerId="AD" clId="Web-{D12455DA-FBEB-5D2E-404F-39525A58F6F0}" dt="2024-11-16T08:32:32.471" v="26"/>
        <pc:sldMkLst>
          <pc:docMk/>
          <pc:sldMk cId="2673227793" sldId="262"/>
        </pc:sldMkLst>
      </pc:sldChg>
      <pc:sldChg chg="addSp modSp">
        <pc:chgData name="Nguyen Tran Nguyen Hanh" userId="S::nguyentnh5@fpt.com::daedd0f1-c2f2-47e8-8330-353125a6fb4f" providerId="AD" clId="Web-{D12455DA-FBEB-5D2E-404F-39525A58F6F0}" dt="2024-11-16T08:41:38.681" v="51" actId="20577"/>
        <pc:sldMkLst>
          <pc:docMk/>
          <pc:sldMk cId="3461918417" sldId="269"/>
        </pc:sldMkLst>
      </pc:sldChg>
    </pc:docChg>
  </pc:docChgLst>
  <pc:docChgLst>
    <pc:chgData name="Nguyen Tran Nguyen Hanh" userId="S::nguyentnh5@fpt.com::daedd0f1-c2f2-47e8-8330-353125a6fb4f" providerId="AD" clId="Web-{8E4E9BDE-FC75-D787-DAED-951A2BE5BAF1}"/>
    <pc:docChg chg="addSld delSld modSld">
      <pc:chgData name="Nguyen Tran Nguyen Hanh" userId="S::nguyentnh5@fpt.com::daedd0f1-c2f2-47e8-8330-353125a6fb4f" providerId="AD" clId="Web-{8E4E9BDE-FC75-D787-DAED-951A2BE5BAF1}" dt="2024-11-16T07:11:53.389" v="3327"/>
      <pc:docMkLst>
        <pc:docMk/>
      </pc:docMkLst>
      <pc:sldChg chg="addSp delSp modSp">
        <pc:chgData name="Nguyen Tran Nguyen Hanh" userId="S::nguyentnh5@fpt.com::daedd0f1-c2f2-47e8-8330-353125a6fb4f" providerId="AD" clId="Web-{8E4E9BDE-FC75-D787-DAED-951A2BE5BAF1}" dt="2024-11-16T07:11:53.389" v="3327"/>
        <pc:sldMkLst>
          <pc:docMk/>
          <pc:sldMk cId="897058671" sldId="256"/>
        </pc:sldMkLst>
      </pc:sldChg>
      <pc:sldChg chg="add replId">
        <pc:chgData name="Nguyen Tran Nguyen Hanh" userId="S::nguyentnh5@fpt.com::daedd0f1-c2f2-47e8-8330-353125a6fb4f" providerId="AD" clId="Web-{8E4E9BDE-FC75-D787-DAED-951A2BE5BAF1}" dt="2024-11-16T04:26:34.863" v="3"/>
        <pc:sldMkLst>
          <pc:docMk/>
          <pc:sldMk cId="1068541547" sldId="267"/>
        </pc:sldMkLst>
      </pc:sldChg>
      <pc:sldChg chg="add del replId">
        <pc:chgData name="Nguyen Tran Nguyen Hanh" userId="S::nguyentnh5@fpt.com::daedd0f1-c2f2-47e8-8330-353125a6fb4f" providerId="AD" clId="Web-{8E4E9BDE-FC75-D787-DAED-951A2BE5BAF1}" dt="2024-11-16T04:26:32.769" v="2"/>
        <pc:sldMkLst>
          <pc:docMk/>
          <pc:sldMk cId="2673516455" sldId="267"/>
        </pc:sldMkLst>
      </pc:sldChg>
    </pc:docChg>
  </pc:docChgLst>
  <pc:docChgLst>
    <pc:chgData name="Nguyen Tran Nguyen Hanh" userId="S::nguyentnh5@fpt.com::daedd0f1-c2f2-47e8-8330-353125a6fb4f" providerId="AD" clId="Web-{D723BA5C-E667-07D4-B54D-8781949D3028}"/>
    <pc:docChg chg="modSld">
      <pc:chgData name="Nguyen Tran Nguyen Hanh" userId="S::nguyentnh5@fpt.com::daedd0f1-c2f2-47e8-8330-353125a6fb4f" providerId="AD" clId="Web-{D723BA5C-E667-07D4-B54D-8781949D3028}" dt="2024-12-10T08:42:16.621" v="185"/>
      <pc:docMkLst>
        <pc:docMk/>
      </pc:docMkLst>
      <pc:sldChg chg="modSp">
        <pc:chgData name="Nguyen Tran Nguyen Hanh" userId="S::nguyentnh5@fpt.com::daedd0f1-c2f2-47e8-8330-353125a6fb4f" providerId="AD" clId="Web-{D723BA5C-E667-07D4-B54D-8781949D3028}" dt="2024-12-10T08:42:16.621" v="185"/>
        <pc:sldMkLst>
          <pc:docMk/>
          <pc:sldMk cId="3112222543" sldId="305"/>
        </pc:sldMkLst>
        <pc:graphicFrameChg chg="mod modGraphic">
          <ac:chgData name="Nguyen Tran Nguyen Hanh" userId="S::nguyentnh5@fpt.com::daedd0f1-c2f2-47e8-8330-353125a6fb4f" providerId="AD" clId="Web-{D723BA5C-E667-07D4-B54D-8781949D3028}" dt="2024-12-10T08:42:16.621" v="185"/>
          <ac:graphicFrameMkLst>
            <pc:docMk/>
            <pc:sldMk cId="3112222543" sldId="305"/>
            <ac:graphicFrameMk id="3" creationId="{43568D03-719A-5734-19CD-6C66E9B188D6}"/>
          </ac:graphicFrameMkLst>
        </pc:graphicFrameChg>
      </pc:sldChg>
    </pc:docChg>
  </pc:docChgLst>
  <pc:docChgLst>
    <pc:chgData name="Thu Nguyen Dinh Minh" userId="S::thundm@fpt.com::d3a792b7-b24e-4e65-81f1-e0107dd62e0e" providerId="AD" clId="Web-{8B239656-F61E-80BC-9918-9BBB934F549E}"/>
    <pc:docChg chg="modSld">
      <pc:chgData name="Thu Nguyen Dinh Minh" userId="S::thundm@fpt.com::d3a792b7-b24e-4e65-81f1-e0107dd62e0e" providerId="AD" clId="Web-{8B239656-F61E-80BC-9918-9BBB934F549E}" dt="2024-11-16T04:29:13.138" v="2" actId="1076"/>
      <pc:docMkLst>
        <pc:docMk/>
      </pc:docMkLst>
      <pc:sldChg chg="addSp delSp modSp">
        <pc:chgData name="Thu Nguyen Dinh Minh" userId="S::thundm@fpt.com::d3a792b7-b24e-4e65-81f1-e0107dd62e0e" providerId="AD" clId="Web-{8B239656-F61E-80BC-9918-9BBB934F549E}" dt="2024-11-16T04:29:13.138" v="2" actId="1076"/>
        <pc:sldMkLst>
          <pc:docMk/>
          <pc:sldMk cId="2663141277" sldId="261"/>
        </pc:sldMkLst>
      </pc:sldChg>
    </pc:docChg>
  </pc:docChgLst>
  <pc:docChgLst>
    <pc:chgData name="Nguyen Tran Nguyen Hanh" userId="S::nguyentnh5@fpt.com::daedd0f1-c2f2-47e8-8330-353125a6fb4f" providerId="AD" clId="Web-{026D554F-4B09-361E-64F3-9FCCA953FAFD}"/>
    <pc:docChg chg="modSld">
      <pc:chgData name="Nguyen Tran Nguyen Hanh" userId="S::nguyentnh5@fpt.com::daedd0f1-c2f2-47e8-8330-353125a6fb4f" providerId="AD" clId="Web-{026D554F-4B09-361E-64F3-9FCCA953FAFD}" dt="2024-11-22T06:44:39.603" v="181" actId="20577"/>
      <pc:docMkLst>
        <pc:docMk/>
      </pc:docMkLst>
      <pc:sldChg chg="addSp delSp modSp">
        <pc:chgData name="Nguyen Tran Nguyen Hanh" userId="S::nguyentnh5@fpt.com::daedd0f1-c2f2-47e8-8330-353125a6fb4f" providerId="AD" clId="Web-{026D554F-4B09-361E-64F3-9FCCA953FAFD}" dt="2024-11-22T03:58:18.755" v="165" actId="20577"/>
        <pc:sldMkLst>
          <pc:docMk/>
          <pc:sldMk cId="2798141049" sldId="273"/>
        </pc:sldMkLst>
      </pc:sldChg>
      <pc:sldChg chg="modSp">
        <pc:chgData name="Nguyen Tran Nguyen Hanh" userId="S::nguyentnh5@fpt.com::daedd0f1-c2f2-47e8-8330-353125a6fb4f" providerId="AD" clId="Web-{026D554F-4B09-361E-64F3-9FCCA953FAFD}" dt="2024-11-22T03:27:28.175" v="53" actId="20577"/>
        <pc:sldMkLst>
          <pc:docMk/>
          <pc:sldMk cId="3360129787" sldId="283"/>
        </pc:sldMkLst>
      </pc:sldChg>
      <pc:sldChg chg="modSp">
        <pc:chgData name="Nguyen Tran Nguyen Hanh" userId="S::nguyentnh5@fpt.com::daedd0f1-c2f2-47e8-8330-353125a6fb4f" providerId="AD" clId="Web-{026D554F-4B09-361E-64F3-9FCCA953FAFD}" dt="2024-11-22T03:25:47.031" v="12" actId="1076"/>
        <pc:sldMkLst>
          <pc:docMk/>
          <pc:sldMk cId="1700927877" sldId="284"/>
        </pc:sldMkLst>
      </pc:sldChg>
      <pc:sldChg chg="delSp modSp">
        <pc:chgData name="Nguyen Tran Nguyen Hanh" userId="S::nguyentnh5@fpt.com::daedd0f1-c2f2-47e8-8330-353125a6fb4f" providerId="AD" clId="Web-{026D554F-4B09-361E-64F3-9FCCA953FAFD}" dt="2024-11-22T03:34:23.889" v="78" actId="1076"/>
        <pc:sldMkLst>
          <pc:docMk/>
          <pc:sldMk cId="424008926" sldId="286"/>
        </pc:sldMkLst>
      </pc:sldChg>
      <pc:sldChg chg="delSp modSp">
        <pc:chgData name="Nguyen Tran Nguyen Hanh" userId="S::nguyentnh5@fpt.com::daedd0f1-c2f2-47e8-8330-353125a6fb4f" providerId="AD" clId="Web-{026D554F-4B09-361E-64F3-9FCCA953FAFD}" dt="2024-11-22T03:34:48.092" v="88" actId="1076"/>
        <pc:sldMkLst>
          <pc:docMk/>
          <pc:sldMk cId="3541925348" sldId="288"/>
        </pc:sldMkLst>
      </pc:sldChg>
      <pc:sldChg chg="addSp delSp modSp">
        <pc:chgData name="Nguyen Tran Nguyen Hanh" userId="S::nguyentnh5@fpt.com::daedd0f1-c2f2-47e8-8330-353125a6fb4f" providerId="AD" clId="Web-{026D554F-4B09-361E-64F3-9FCCA953FAFD}" dt="2024-11-22T03:33:59.466" v="68" actId="1076"/>
        <pc:sldMkLst>
          <pc:docMk/>
          <pc:sldMk cId="2948610220" sldId="289"/>
        </pc:sldMkLst>
      </pc:sldChg>
      <pc:sldChg chg="modSp">
        <pc:chgData name="Nguyen Tran Nguyen Hanh" userId="S::nguyentnh5@fpt.com::daedd0f1-c2f2-47e8-8330-353125a6fb4f" providerId="AD" clId="Web-{026D554F-4B09-361E-64F3-9FCCA953FAFD}" dt="2024-11-22T03:27:52.238" v="54" actId="14100"/>
        <pc:sldMkLst>
          <pc:docMk/>
          <pc:sldMk cId="2457982370" sldId="290"/>
        </pc:sldMkLst>
      </pc:sldChg>
      <pc:sldChg chg="modSp">
        <pc:chgData name="Nguyen Tran Nguyen Hanh" userId="S::nguyentnh5@fpt.com::daedd0f1-c2f2-47e8-8330-353125a6fb4f" providerId="AD" clId="Web-{026D554F-4B09-361E-64F3-9FCCA953FAFD}" dt="2024-11-22T06:44:39.603" v="181" actId="20577"/>
        <pc:sldMkLst>
          <pc:docMk/>
          <pc:sldMk cId="2689230291" sldId="292"/>
        </pc:sldMkLst>
      </pc:sldChg>
      <pc:sldChg chg="delSp modSp">
        <pc:chgData name="Nguyen Tran Nguyen Hanh" userId="S::nguyentnh5@fpt.com::daedd0f1-c2f2-47e8-8330-353125a6fb4f" providerId="AD" clId="Web-{026D554F-4B09-361E-64F3-9FCCA953FAFD}" dt="2024-11-22T03:37:05.846" v="117" actId="1076"/>
        <pc:sldMkLst>
          <pc:docMk/>
          <pc:sldMk cId="2058677110" sldId="293"/>
        </pc:sldMkLst>
      </pc:sldChg>
      <pc:sldChg chg="delSp modSp">
        <pc:chgData name="Nguyen Tran Nguyen Hanh" userId="S::nguyentnh5@fpt.com::daedd0f1-c2f2-47e8-8330-353125a6fb4f" providerId="AD" clId="Web-{026D554F-4B09-361E-64F3-9FCCA953FAFD}" dt="2024-11-22T03:36:34.705" v="108" actId="1076"/>
        <pc:sldMkLst>
          <pc:docMk/>
          <pc:sldMk cId="814611048" sldId="294"/>
        </pc:sldMkLst>
      </pc:sldChg>
      <pc:sldChg chg="delSp modSp">
        <pc:chgData name="Nguyen Tran Nguyen Hanh" userId="S::nguyentnh5@fpt.com::daedd0f1-c2f2-47e8-8330-353125a6fb4f" providerId="AD" clId="Web-{026D554F-4B09-361E-64F3-9FCCA953FAFD}" dt="2024-11-22T03:36:56.533" v="116" actId="1076"/>
        <pc:sldMkLst>
          <pc:docMk/>
          <pc:sldMk cId="2025156221" sldId="295"/>
        </pc:sldMkLst>
      </pc:sldChg>
    </pc:docChg>
  </pc:docChgLst>
  <pc:docChgLst>
    <pc:chgData name="Thu Nguyen Dinh Minh" userId="d3a792b7-b24e-4e65-81f1-e0107dd62e0e" providerId="ADAL" clId="{9FB00E6E-6430-E84B-AC25-1DE678CC3082}"/>
    <pc:docChg chg="undo custSel addSld delSld modSld modMainMaster">
      <pc:chgData name="Thu Nguyen Dinh Minh" userId="d3a792b7-b24e-4e65-81f1-e0107dd62e0e" providerId="ADAL" clId="{9FB00E6E-6430-E84B-AC25-1DE678CC3082}" dt="2024-11-18T07:14:52.298" v="2139" actId="20577"/>
      <pc:docMkLst>
        <pc:docMk/>
      </pc:docMkLst>
      <pc:sldChg chg="delSp modSp mod">
        <pc:chgData name="Thu Nguyen Dinh Minh" userId="d3a792b7-b24e-4e65-81f1-e0107dd62e0e" providerId="ADAL" clId="{9FB00E6E-6430-E84B-AC25-1DE678CC3082}" dt="2024-11-18T07:00:05.325" v="1678" actId="2162"/>
        <pc:sldMkLst>
          <pc:docMk/>
          <pc:sldMk cId="897058671" sldId="256"/>
        </pc:sldMkLst>
      </pc:sldChg>
      <pc:sldChg chg="delSp modSp mod modClrScheme chgLayout">
        <pc:chgData name="Thu Nguyen Dinh Minh" userId="d3a792b7-b24e-4e65-81f1-e0107dd62e0e" providerId="ADAL" clId="{9FB00E6E-6430-E84B-AC25-1DE678CC3082}" dt="2024-11-16T04:33:29.452" v="37" actId="478"/>
        <pc:sldMkLst>
          <pc:docMk/>
          <pc:sldMk cId="514128801" sldId="260"/>
        </pc:sldMkLst>
      </pc:sldChg>
      <pc:sldChg chg="delSp modSp mod modClrScheme chgLayout">
        <pc:chgData name="Thu Nguyen Dinh Minh" userId="d3a792b7-b24e-4e65-81f1-e0107dd62e0e" providerId="ADAL" clId="{9FB00E6E-6430-E84B-AC25-1DE678CC3082}" dt="2024-11-16T04:34:53.748" v="65" actId="1076"/>
        <pc:sldMkLst>
          <pc:docMk/>
          <pc:sldMk cId="2663141277" sldId="261"/>
        </pc:sldMkLst>
      </pc:sldChg>
      <pc:sldChg chg="delSp modSp mod modClrScheme chgLayout">
        <pc:chgData name="Thu Nguyen Dinh Minh" userId="d3a792b7-b24e-4e65-81f1-e0107dd62e0e" providerId="ADAL" clId="{9FB00E6E-6430-E84B-AC25-1DE678CC3082}" dt="2024-11-16T04:33:57.664" v="43" actId="122"/>
        <pc:sldMkLst>
          <pc:docMk/>
          <pc:sldMk cId="2673227793" sldId="262"/>
        </pc:sldMkLst>
      </pc:sldChg>
      <pc:sldChg chg="delSp modSp mod modClrScheme chgLayout">
        <pc:chgData name="Thu Nguyen Dinh Minh" userId="d3a792b7-b24e-4e65-81f1-e0107dd62e0e" providerId="ADAL" clId="{9FB00E6E-6430-E84B-AC25-1DE678CC3082}" dt="2024-11-16T04:33:39.438" v="39" actId="478"/>
        <pc:sldMkLst>
          <pc:docMk/>
          <pc:sldMk cId="3345060619" sldId="265"/>
        </pc:sldMkLst>
      </pc:sldChg>
      <pc:sldChg chg="delSp modSp mod modClrScheme chgLayout">
        <pc:chgData name="Thu Nguyen Dinh Minh" userId="d3a792b7-b24e-4e65-81f1-e0107dd62e0e" providerId="ADAL" clId="{9FB00E6E-6430-E84B-AC25-1DE678CC3082}" dt="2024-11-16T04:33:43.096" v="40" actId="478"/>
        <pc:sldMkLst>
          <pc:docMk/>
          <pc:sldMk cId="2365071169" sldId="266"/>
        </pc:sldMkLst>
      </pc:sldChg>
      <pc:sldChg chg="delSp mod">
        <pc:chgData name="Thu Nguyen Dinh Minh" userId="d3a792b7-b24e-4e65-81f1-e0107dd62e0e" providerId="ADAL" clId="{9FB00E6E-6430-E84B-AC25-1DE678CC3082}" dt="2024-11-16T04:33:21.720" v="35" actId="478"/>
        <pc:sldMkLst>
          <pc:docMk/>
          <pc:sldMk cId="1068541547" sldId="267"/>
        </pc:sldMkLst>
      </pc:sldChg>
      <pc:sldChg chg="addSp delSp modSp new mod modClrScheme chgLayout">
        <pc:chgData name="Thu Nguyen Dinh Minh" userId="d3a792b7-b24e-4e65-81f1-e0107dd62e0e" providerId="ADAL" clId="{9FB00E6E-6430-E84B-AC25-1DE678CC3082}" dt="2024-11-16T05:19:48.877" v="1002" actId="20577"/>
        <pc:sldMkLst>
          <pc:docMk/>
          <pc:sldMk cId="1090391307" sldId="268"/>
        </pc:sldMkLst>
      </pc:sldChg>
      <pc:sldChg chg="modSp add del mod">
        <pc:chgData name="Thu Nguyen Dinh Minh" userId="d3a792b7-b24e-4e65-81f1-e0107dd62e0e" providerId="ADAL" clId="{9FB00E6E-6430-E84B-AC25-1DE678CC3082}" dt="2024-11-16T04:55:14.568" v="663" actId="2696"/>
        <pc:sldMkLst>
          <pc:docMk/>
          <pc:sldMk cId="777532272" sldId="269"/>
        </pc:sldMkLst>
      </pc:sldChg>
      <pc:sldChg chg="addSp delSp modSp mod">
        <pc:chgData name="Thu Nguyen Dinh Minh" userId="d3a792b7-b24e-4e65-81f1-e0107dd62e0e" providerId="ADAL" clId="{9FB00E6E-6430-E84B-AC25-1DE678CC3082}" dt="2024-11-18T07:06:57.484" v="1845" actId="20577"/>
        <pc:sldMkLst>
          <pc:docMk/>
          <pc:sldMk cId="3461918417" sldId="269"/>
        </pc:sldMkLst>
      </pc:sldChg>
      <pc:sldChg chg="addSp delSp modSp add mod">
        <pc:chgData name="Thu Nguyen Dinh Minh" userId="d3a792b7-b24e-4e65-81f1-e0107dd62e0e" providerId="ADAL" clId="{9FB00E6E-6430-E84B-AC25-1DE678CC3082}" dt="2024-11-18T07:14:52.298" v="2139" actId="20577"/>
        <pc:sldMkLst>
          <pc:docMk/>
          <pc:sldMk cId="1732160385" sldId="270"/>
        </pc:sldMkLst>
      </pc:sldChg>
      <pc:sldChg chg="addSp delSp modSp add del mod">
        <pc:chgData name="Thu Nguyen Dinh Minh" userId="d3a792b7-b24e-4e65-81f1-e0107dd62e0e" providerId="ADAL" clId="{9FB00E6E-6430-E84B-AC25-1DE678CC3082}" dt="2024-11-16T09:16:22.850" v="1018" actId="2696"/>
        <pc:sldMkLst>
          <pc:docMk/>
          <pc:sldMk cId="1873029421" sldId="270"/>
        </pc:sldMkLst>
      </pc:sldChg>
      <pc:sldMasterChg chg="addSp delSp modSp mod setBg modSldLayout">
        <pc:chgData name="Thu Nguyen Dinh Minh" userId="d3a792b7-b24e-4e65-81f1-e0107dd62e0e" providerId="ADAL" clId="{9FB00E6E-6430-E84B-AC25-1DE678CC3082}" dt="2024-11-16T04:32:55.354" v="30" actId="478"/>
        <pc:sldMasterMkLst>
          <pc:docMk/>
          <pc:sldMasterMk cId="1800450103" sldId="2147483648"/>
        </pc:sldMasterMkLst>
        <pc:sldLayoutChg chg="addSp delSp modSp mod">
          <pc:chgData name="Thu Nguyen Dinh Minh" userId="d3a792b7-b24e-4e65-81f1-e0107dd62e0e" providerId="ADAL" clId="{9FB00E6E-6430-E84B-AC25-1DE678CC3082}" dt="2024-11-16T04:31:30.839" v="23"/>
          <pc:sldLayoutMkLst>
            <pc:docMk/>
            <pc:sldMasterMk cId="1800450103" sldId="2147483648"/>
            <pc:sldLayoutMk cId="132753395" sldId="2147483649"/>
          </pc:sldLayoutMkLst>
          <pc:picChg chg="add mod">
            <ac:chgData name="Thu Nguyen Dinh Minh" userId="d3a792b7-b24e-4e65-81f1-e0107dd62e0e" providerId="ADAL" clId="{9FB00E6E-6430-E84B-AC25-1DE678CC3082}" dt="2024-11-16T04:29:27.319" v="5"/>
            <ac:picMkLst>
              <pc:docMk/>
              <pc:sldMasterMk cId="1800450103" sldId="2147483648"/>
              <pc:sldLayoutMk cId="132753395" sldId="2147483649"/>
              <ac:picMk id="7" creationId="{562718CE-150F-E5AA-4243-E883BCEC2493}"/>
            </ac:picMkLst>
          </pc:picChg>
          <pc:picChg chg="add mod">
            <ac:chgData name="Thu Nguyen Dinh Minh" userId="d3a792b7-b24e-4e65-81f1-e0107dd62e0e" providerId="ADAL" clId="{9FB00E6E-6430-E84B-AC25-1DE678CC3082}" dt="2024-11-16T04:31:30.839" v="23"/>
            <ac:picMkLst>
              <pc:docMk/>
              <pc:sldMasterMk cId="1800450103" sldId="2147483648"/>
              <pc:sldLayoutMk cId="132753395" sldId="2147483649"/>
              <ac:picMk id="8" creationId="{BA820094-3CA6-8D7D-24BA-C1C8908AF61C}"/>
            </ac:picMkLst>
          </pc:picChg>
        </pc:sldLayoutChg>
        <pc:sldLayoutChg chg="addSp delSp modSp mod">
          <pc:chgData name="Thu Nguyen Dinh Minh" userId="d3a792b7-b24e-4e65-81f1-e0107dd62e0e" providerId="ADAL" clId="{9FB00E6E-6430-E84B-AC25-1DE678CC3082}" dt="2024-11-16T04:32:27.615" v="27" actId="1076"/>
          <pc:sldLayoutMkLst>
            <pc:docMk/>
            <pc:sldMasterMk cId="1800450103" sldId="2147483648"/>
            <pc:sldLayoutMk cId="3981006297" sldId="2147483650"/>
          </pc:sldLayoutMkLst>
          <pc:picChg chg="add mod">
            <ac:chgData name="Thu Nguyen Dinh Minh" userId="d3a792b7-b24e-4e65-81f1-e0107dd62e0e" providerId="ADAL" clId="{9FB00E6E-6430-E84B-AC25-1DE678CC3082}" dt="2024-11-16T04:32:24.416" v="26"/>
            <ac:picMkLst>
              <pc:docMk/>
              <pc:sldMasterMk cId="1800450103" sldId="2147483648"/>
              <pc:sldLayoutMk cId="3981006297" sldId="2147483650"/>
              <ac:picMk id="8" creationId="{2DED02F7-F272-9B41-255A-0FFC0F767AB7}"/>
            </ac:picMkLst>
          </pc:picChg>
          <pc:picChg chg="add mod">
            <ac:chgData name="Thu Nguyen Dinh Minh" userId="d3a792b7-b24e-4e65-81f1-e0107dd62e0e" providerId="ADAL" clId="{9FB00E6E-6430-E84B-AC25-1DE678CC3082}" dt="2024-11-16T04:30:37.846" v="18" actId="1076"/>
            <ac:picMkLst>
              <pc:docMk/>
              <pc:sldMasterMk cId="1800450103" sldId="2147483648"/>
              <pc:sldLayoutMk cId="3981006297" sldId="2147483650"/>
              <ac:picMk id="2050" creationId="{2A67C715-E1B6-E89F-78D3-270514BFBF29}"/>
            </ac:picMkLst>
          </pc:picChg>
          <pc:picChg chg="add mod">
            <ac:chgData name="Thu Nguyen Dinh Minh" userId="d3a792b7-b24e-4e65-81f1-e0107dd62e0e" providerId="ADAL" clId="{9FB00E6E-6430-E84B-AC25-1DE678CC3082}" dt="2024-11-16T04:32:27.615" v="27" actId="1076"/>
            <ac:picMkLst>
              <pc:docMk/>
              <pc:sldMasterMk cId="1800450103" sldId="2147483648"/>
              <pc:sldLayoutMk cId="3981006297" sldId="2147483650"/>
              <ac:picMk id="2051" creationId="{0A5CEBBF-F3CB-2929-6EAD-AA37815C693D}"/>
            </ac:picMkLst>
          </pc:picChg>
        </pc:sldLayoutChg>
        <pc:sldLayoutChg chg="addSp delSp modSp mod">
          <pc:chgData name="Thu Nguyen Dinh Minh" userId="d3a792b7-b24e-4e65-81f1-e0107dd62e0e" providerId="ADAL" clId="{9FB00E6E-6430-E84B-AC25-1DE678CC3082}" dt="2024-11-16T04:32:55.354" v="30" actId="478"/>
          <pc:sldLayoutMkLst>
            <pc:docMk/>
            <pc:sldMasterMk cId="1800450103" sldId="2147483648"/>
            <pc:sldLayoutMk cId="462440722" sldId="2147483651"/>
          </pc:sldLayoutMkLst>
        </pc:sldLayoutChg>
      </pc:sldMasterChg>
    </pc:docChg>
  </pc:docChgLst>
  <pc:docChgLst>
    <pc:chgData name="Thu Nguyen Dinh Minh" userId="d3a792b7-b24e-4e65-81f1-e0107dd62e0e" providerId="ADAL" clId="{4AD8E427-FD0B-484C-A373-07D7EEEBD1E4}"/>
    <pc:docChg chg="addSld delSld modSld">
      <pc:chgData name="Thu Nguyen Dinh Minh" userId="d3a792b7-b24e-4e65-81f1-e0107dd62e0e" providerId="ADAL" clId="{4AD8E427-FD0B-484C-A373-07D7EEEBD1E4}" dt="2024-12-10T03:21:06.836" v="29"/>
      <pc:docMkLst>
        <pc:docMk/>
      </pc:docMkLst>
      <pc:sldChg chg="del">
        <pc:chgData name="Thu Nguyen Dinh Minh" userId="d3a792b7-b24e-4e65-81f1-e0107dd62e0e" providerId="ADAL" clId="{4AD8E427-FD0B-484C-A373-07D7EEEBD1E4}" dt="2024-12-05T09:58:54.746" v="14" actId="2696"/>
        <pc:sldMkLst>
          <pc:docMk/>
          <pc:sldMk cId="897058671" sldId="256"/>
        </pc:sldMkLst>
      </pc:sldChg>
      <pc:sldChg chg="del">
        <pc:chgData name="Thu Nguyen Dinh Minh" userId="d3a792b7-b24e-4e65-81f1-e0107dd62e0e" providerId="ADAL" clId="{4AD8E427-FD0B-484C-A373-07D7EEEBD1E4}" dt="2024-12-05T09:58:54.740" v="10" actId="2696"/>
        <pc:sldMkLst>
          <pc:docMk/>
          <pc:sldMk cId="2663141277" sldId="261"/>
        </pc:sldMkLst>
      </pc:sldChg>
      <pc:sldChg chg="del">
        <pc:chgData name="Thu Nguyen Dinh Minh" userId="d3a792b7-b24e-4e65-81f1-e0107dd62e0e" providerId="ADAL" clId="{4AD8E427-FD0B-484C-A373-07D7EEEBD1E4}" dt="2024-12-05T09:58:54.726" v="1" actId="2696"/>
        <pc:sldMkLst>
          <pc:docMk/>
          <pc:sldMk cId="3170223517" sldId="271"/>
        </pc:sldMkLst>
      </pc:sldChg>
      <pc:sldChg chg="del">
        <pc:chgData name="Thu Nguyen Dinh Minh" userId="d3a792b7-b24e-4e65-81f1-e0107dd62e0e" providerId="ADAL" clId="{4AD8E427-FD0B-484C-A373-07D7EEEBD1E4}" dt="2024-12-05T09:58:54.755" v="20" actId="2696"/>
        <pc:sldMkLst>
          <pc:docMk/>
          <pc:sldMk cId="2798141049" sldId="273"/>
        </pc:sldMkLst>
      </pc:sldChg>
      <pc:sldChg chg="del">
        <pc:chgData name="Thu Nguyen Dinh Minh" userId="d3a792b7-b24e-4e65-81f1-e0107dd62e0e" providerId="ADAL" clId="{4AD8E427-FD0B-484C-A373-07D7EEEBD1E4}" dt="2024-12-05T09:58:54.728" v="2" actId="2696"/>
        <pc:sldMkLst>
          <pc:docMk/>
          <pc:sldMk cId="259736859" sldId="274"/>
        </pc:sldMkLst>
      </pc:sldChg>
      <pc:sldChg chg="del">
        <pc:chgData name="Thu Nguyen Dinh Minh" userId="d3a792b7-b24e-4e65-81f1-e0107dd62e0e" providerId="ADAL" clId="{4AD8E427-FD0B-484C-A373-07D7EEEBD1E4}" dt="2024-12-05T09:58:54.735" v="6" actId="2696"/>
        <pc:sldMkLst>
          <pc:docMk/>
          <pc:sldMk cId="1508670364" sldId="278"/>
        </pc:sldMkLst>
      </pc:sldChg>
      <pc:sldChg chg="del">
        <pc:chgData name="Thu Nguyen Dinh Minh" userId="d3a792b7-b24e-4e65-81f1-e0107dd62e0e" providerId="ADAL" clId="{4AD8E427-FD0B-484C-A373-07D7EEEBD1E4}" dt="2024-12-05T09:58:54.749" v="16" actId="2696"/>
        <pc:sldMkLst>
          <pc:docMk/>
          <pc:sldMk cId="1498586717" sldId="281"/>
        </pc:sldMkLst>
      </pc:sldChg>
      <pc:sldChg chg="del">
        <pc:chgData name="Thu Nguyen Dinh Minh" userId="d3a792b7-b24e-4e65-81f1-e0107dd62e0e" providerId="ADAL" clId="{4AD8E427-FD0B-484C-A373-07D7EEEBD1E4}" dt="2024-12-05T09:58:54.731" v="4" actId="2696"/>
        <pc:sldMkLst>
          <pc:docMk/>
          <pc:sldMk cId="3360129787" sldId="283"/>
        </pc:sldMkLst>
      </pc:sldChg>
      <pc:sldChg chg="del">
        <pc:chgData name="Thu Nguyen Dinh Minh" userId="d3a792b7-b24e-4e65-81f1-e0107dd62e0e" providerId="ADAL" clId="{4AD8E427-FD0B-484C-A373-07D7EEEBD1E4}" dt="2024-12-05T09:58:54.736" v="7" actId="2696"/>
        <pc:sldMkLst>
          <pc:docMk/>
          <pc:sldMk cId="1700927877" sldId="284"/>
        </pc:sldMkLst>
      </pc:sldChg>
      <pc:sldChg chg="del">
        <pc:chgData name="Thu Nguyen Dinh Minh" userId="d3a792b7-b24e-4e65-81f1-e0107dd62e0e" providerId="ADAL" clId="{4AD8E427-FD0B-484C-A373-07D7EEEBD1E4}" dt="2024-12-05T09:58:54.739" v="9" actId="2696"/>
        <pc:sldMkLst>
          <pc:docMk/>
          <pc:sldMk cId="424008926" sldId="286"/>
        </pc:sldMkLst>
      </pc:sldChg>
      <pc:sldChg chg="del">
        <pc:chgData name="Thu Nguyen Dinh Minh" userId="d3a792b7-b24e-4e65-81f1-e0107dd62e0e" providerId="ADAL" clId="{4AD8E427-FD0B-484C-A373-07D7EEEBD1E4}" dt="2024-12-05T09:58:54.741" v="11" actId="2696"/>
        <pc:sldMkLst>
          <pc:docMk/>
          <pc:sldMk cId="3541925348" sldId="288"/>
        </pc:sldMkLst>
      </pc:sldChg>
      <pc:sldChg chg="del">
        <pc:chgData name="Thu Nguyen Dinh Minh" userId="d3a792b7-b24e-4e65-81f1-e0107dd62e0e" providerId="ADAL" clId="{4AD8E427-FD0B-484C-A373-07D7EEEBD1E4}" dt="2024-12-05T09:58:54.742" v="12" actId="2696"/>
        <pc:sldMkLst>
          <pc:docMk/>
          <pc:sldMk cId="2948610220" sldId="289"/>
        </pc:sldMkLst>
      </pc:sldChg>
      <pc:sldChg chg="del">
        <pc:chgData name="Thu Nguyen Dinh Minh" userId="d3a792b7-b24e-4e65-81f1-e0107dd62e0e" providerId="ADAL" clId="{4AD8E427-FD0B-484C-A373-07D7EEEBD1E4}" dt="2024-12-05T09:58:54.747" v="15" actId="2696"/>
        <pc:sldMkLst>
          <pc:docMk/>
          <pc:sldMk cId="2457982370" sldId="290"/>
        </pc:sldMkLst>
      </pc:sldChg>
      <pc:sldChg chg="del">
        <pc:chgData name="Thu Nguyen Dinh Minh" userId="d3a792b7-b24e-4e65-81f1-e0107dd62e0e" providerId="ADAL" clId="{4AD8E427-FD0B-484C-A373-07D7EEEBD1E4}" dt="2024-12-05T09:58:54.753" v="19" actId="2696"/>
        <pc:sldMkLst>
          <pc:docMk/>
          <pc:sldMk cId="2689230291" sldId="292"/>
        </pc:sldMkLst>
      </pc:sldChg>
      <pc:sldChg chg="del">
        <pc:chgData name="Thu Nguyen Dinh Minh" userId="d3a792b7-b24e-4e65-81f1-e0107dd62e0e" providerId="ADAL" clId="{4AD8E427-FD0B-484C-A373-07D7EEEBD1E4}" dt="2024-12-05T09:58:54.744" v="13" actId="2696"/>
        <pc:sldMkLst>
          <pc:docMk/>
          <pc:sldMk cId="2905574086" sldId="293"/>
        </pc:sldMkLst>
      </pc:sldChg>
      <pc:sldChg chg="del">
        <pc:chgData name="Thu Nguyen Dinh Minh" userId="d3a792b7-b24e-4e65-81f1-e0107dd62e0e" providerId="ADAL" clId="{4AD8E427-FD0B-484C-A373-07D7EEEBD1E4}" dt="2024-12-05T09:58:54.729" v="3" actId="2696"/>
        <pc:sldMkLst>
          <pc:docMk/>
          <pc:sldMk cId="3662693376" sldId="294"/>
        </pc:sldMkLst>
      </pc:sldChg>
      <pc:sldChg chg="del">
        <pc:chgData name="Thu Nguyen Dinh Minh" userId="d3a792b7-b24e-4e65-81f1-e0107dd62e0e" providerId="ADAL" clId="{4AD8E427-FD0B-484C-A373-07D7EEEBD1E4}" dt="2024-12-05T09:58:54.738" v="8" actId="2696"/>
        <pc:sldMkLst>
          <pc:docMk/>
          <pc:sldMk cId="910662059" sldId="295"/>
        </pc:sldMkLst>
      </pc:sldChg>
      <pc:sldChg chg="del">
        <pc:chgData name="Thu Nguyen Dinh Minh" userId="d3a792b7-b24e-4e65-81f1-e0107dd62e0e" providerId="ADAL" clId="{4AD8E427-FD0B-484C-A373-07D7EEEBD1E4}" dt="2024-12-05T09:58:54.733" v="5" actId="2696"/>
        <pc:sldMkLst>
          <pc:docMk/>
          <pc:sldMk cId="729537704" sldId="296"/>
        </pc:sldMkLst>
      </pc:sldChg>
      <pc:sldChg chg="del">
        <pc:chgData name="Thu Nguyen Dinh Minh" userId="d3a792b7-b24e-4e65-81f1-e0107dd62e0e" providerId="ADAL" clId="{4AD8E427-FD0B-484C-A373-07D7EEEBD1E4}" dt="2024-12-05T09:58:54.751" v="17" actId="2696"/>
        <pc:sldMkLst>
          <pc:docMk/>
          <pc:sldMk cId="3278656955" sldId="297"/>
        </pc:sldMkLst>
      </pc:sldChg>
      <pc:sldChg chg="del">
        <pc:chgData name="Thu Nguyen Dinh Minh" userId="d3a792b7-b24e-4e65-81f1-e0107dd62e0e" providerId="ADAL" clId="{4AD8E427-FD0B-484C-A373-07D7EEEBD1E4}" dt="2024-12-05T09:58:54.752" v="18" actId="2696"/>
        <pc:sldMkLst>
          <pc:docMk/>
          <pc:sldMk cId="946085388" sldId="300"/>
        </pc:sldMkLst>
      </pc:sldChg>
      <pc:sldChg chg="add">
        <pc:chgData name="Thu Nguyen Dinh Minh" userId="d3a792b7-b24e-4e65-81f1-e0107dd62e0e" providerId="ADAL" clId="{4AD8E427-FD0B-484C-A373-07D7EEEBD1E4}" dt="2024-12-05T09:56:09.583" v="0"/>
        <pc:sldMkLst>
          <pc:docMk/>
          <pc:sldMk cId="3602833018" sldId="301"/>
        </pc:sldMkLst>
      </pc:sldChg>
      <pc:sldChg chg="add">
        <pc:chgData name="Thu Nguyen Dinh Minh" userId="d3a792b7-b24e-4e65-81f1-e0107dd62e0e" providerId="ADAL" clId="{4AD8E427-FD0B-484C-A373-07D7EEEBD1E4}" dt="2024-12-05T09:56:09.583" v="0"/>
        <pc:sldMkLst>
          <pc:docMk/>
          <pc:sldMk cId="2283074762" sldId="302"/>
        </pc:sldMkLst>
      </pc:sldChg>
      <pc:sldChg chg="add">
        <pc:chgData name="Thu Nguyen Dinh Minh" userId="d3a792b7-b24e-4e65-81f1-e0107dd62e0e" providerId="ADAL" clId="{4AD8E427-FD0B-484C-A373-07D7EEEBD1E4}" dt="2024-12-05T09:56:09.583" v="0"/>
        <pc:sldMkLst>
          <pc:docMk/>
          <pc:sldMk cId="28893159" sldId="303"/>
        </pc:sldMkLst>
      </pc:sldChg>
      <pc:sldChg chg="add">
        <pc:chgData name="Thu Nguyen Dinh Minh" userId="d3a792b7-b24e-4e65-81f1-e0107dd62e0e" providerId="ADAL" clId="{4AD8E427-FD0B-484C-A373-07D7EEEBD1E4}" dt="2024-12-05T09:56:09.583" v="0"/>
        <pc:sldMkLst>
          <pc:docMk/>
          <pc:sldMk cId="3282391791" sldId="304"/>
        </pc:sldMkLst>
      </pc:sldChg>
      <pc:sldChg chg="add">
        <pc:chgData name="Thu Nguyen Dinh Minh" userId="d3a792b7-b24e-4e65-81f1-e0107dd62e0e" providerId="ADAL" clId="{4AD8E427-FD0B-484C-A373-07D7EEEBD1E4}" dt="2024-12-05T09:56:09.583" v="0"/>
        <pc:sldMkLst>
          <pc:docMk/>
          <pc:sldMk cId="3112222543" sldId="305"/>
        </pc:sldMkLst>
      </pc:sldChg>
      <pc:sldChg chg="add">
        <pc:chgData name="Thu Nguyen Dinh Minh" userId="d3a792b7-b24e-4e65-81f1-e0107dd62e0e" providerId="ADAL" clId="{4AD8E427-FD0B-484C-A373-07D7EEEBD1E4}" dt="2024-12-05T09:56:09.583" v="0"/>
        <pc:sldMkLst>
          <pc:docMk/>
          <pc:sldMk cId="887368081" sldId="306"/>
        </pc:sldMkLst>
      </pc:sldChg>
      <pc:sldChg chg="add">
        <pc:chgData name="Thu Nguyen Dinh Minh" userId="d3a792b7-b24e-4e65-81f1-e0107dd62e0e" providerId="ADAL" clId="{4AD8E427-FD0B-484C-A373-07D7EEEBD1E4}" dt="2024-12-05T09:56:09.583" v="0"/>
        <pc:sldMkLst>
          <pc:docMk/>
          <pc:sldMk cId="4103830441" sldId="307"/>
        </pc:sldMkLst>
      </pc:sldChg>
      <pc:sldChg chg="add">
        <pc:chgData name="Thu Nguyen Dinh Minh" userId="d3a792b7-b24e-4e65-81f1-e0107dd62e0e" providerId="ADAL" clId="{4AD8E427-FD0B-484C-A373-07D7EEEBD1E4}" dt="2024-12-05T09:56:09.583" v="0"/>
        <pc:sldMkLst>
          <pc:docMk/>
          <pc:sldMk cId="2794579880" sldId="308"/>
        </pc:sldMkLst>
      </pc:sldChg>
      <pc:sldChg chg="add">
        <pc:chgData name="Thu Nguyen Dinh Minh" userId="d3a792b7-b24e-4e65-81f1-e0107dd62e0e" providerId="ADAL" clId="{4AD8E427-FD0B-484C-A373-07D7EEEBD1E4}" dt="2024-12-05T09:56:09.583" v="0"/>
        <pc:sldMkLst>
          <pc:docMk/>
          <pc:sldMk cId="2667538026" sldId="309"/>
        </pc:sldMkLst>
      </pc:sldChg>
      <pc:sldChg chg="add">
        <pc:chgData name="Thu Nguyen Dinh Minh" userId="d3a792b7-b24e-4e65-81f1-e0107dd62e0e" providerId="ADAL" clId="{4AD8E427-FD0B-484C-A373-07D7EEEBD1E4}" dt="2024-12-05T09:56:09.583" v="0"/>
        <pc:sldMkLst>
          <pc:docMk/>
          <pc:sldMk cId="605541255" sldId="310"/>
        </pc:sldMkLst>
      </pc:sldChg>
      <pc:sldChg chg="add">
        <pc:chgData name="Thu Nguyen Dinh Minh" userId="d3a792b7-b24e-4e65-81f1-e0107dd62e0e" providerId="ADAL" clId="{4AD8E427-FD0B-484C-A373-07D7EEEBD1E4}" dt="2024-12-05T09:56:09.583" v="0"/>
        <pc:sldMkLst>
          <pc:docMk/>
          <pc:sldMk cId="968477751" sldId="311"/>
        </pc:sldMkLst>
      </pc:sldChg>
      <pc:sldChg chg="add">
        <pc:chgData name="Thu Nguyen Dinh Minh" userId="d3a792b7-b24e-4e65-81f1-e0107dd62e0e" providerId="ADAL" clId="{4AD8E427-FD0B-484C-A373-07D7EEEBD1E4}" dt="2024-12-05T09:56:09.583" v="0"/>
        <pc:sldMkLst>
          <pc:docMk/>
          <pc:sldMk cId="1195098770" sldId="312"/>
        </pc:sldMkLst>
      </pc:sldChg>
      <pc:sldChg chg="add del">
        <pc:chgData name="Thu Nguyen Dinh Minh" userId="d3a792b7-b24e-4e65-81f1-e0107dd62e0e" providerId="ADAL" clId="{4AD8E427-FD0B-484C-A373-07D7EEEBD1E4}" dt="2024-12-05T10:37:05.831" v="26" actId="2696"/>
        <pc:sldMkLst>
          <pc:docMk/>
          <pc:sldMk cId="2112219430" sldId="313"/>
        </pc:sldMkLst>
      </pc:sldChg>
      <pc:sldChg chg="add">
        <pc:chgData name="Thu Nguyen Dinh Minh" userId="d3a792b7-b24e-4e65-81f1-e0107dd62e0e" providerId="ADAL" clId="{4AD8E427-FD0B-484C-A373-07D7EEEBD1E4}" dt="2024-12-05T09:56:09.583" v="0"/>
        <pc:sldMkLst>
          <pc:docMk/>
          <pc:sldMk cId="2618603547" sldId="314"/>
        </pc:sldMkLst>
      </pc:sldChg>
      <pc:sldChg chg="add">
        <pc:chgData name="Thu Nguyen Dinh Minh" userId="d3a792b7-b24e-4e65-81f1-e0107dd62e0e" providerId="ADAL" clId="{4AD8E427-FD0B-484C-A373-07D7EEEBD1E4}" dt="2024-12-05T09:56:09.583" v="0"/>
        <pc:sldMkLst>
          <pc:docMk/>
          <pc:sldMk cId="1360636471" sldId="315"/>
        </pc:sldMkLst>
      </pc:sldChg>
      <pc:sldChg chg="add">
        <pc:chgData name="Thu Nguyen Dinh Minh" userId="d3a792b7-b24e-4e65-81f1-e0107dd62e0e" providerId="ADAL" clId="{4AD8E427-FD0B-484C-A373-07D7EEEBD1E4}" dt="2024-12-05T09:56:09.583" v="0"/>
        <pc:sldMkLst>
          <pc:docMk/>
          <pc:sldMk cId="175163800" sldId="316"/>
        </pc:sldMkLst>
      </pc:sldChg>
      <pc:sldChg chg="add">
        <pc:chgData name="Thu Nguyen Dinh Minh" userId="d3a792b7-b24e-4e65-81f1-e0107dd62e0e" providerId="ADAL" clId="{4AD8E427-FD0B-484C-A373-07D7EEEBD1E4}" dt="2024-12-05T09:56:09.583" v="0"/>
        <pc:sldMkLst>
          <pc:docMk/>
          <pc:sldMk cId="1890526601" sldId="317"/>
        </pc:sldMkLst>
      </pc:sldChg>
      <pc:sldChg chg="add">
        <pc:chgData name="Thu Nguyen Dinh Minh" userId="d3a792b7-b24e-4e65-81f1-e0107dd62e0e" providerId="ADAL" clId="{4AD8E427-FD0B-484C-A373-07D7EEEBD1E4}" dt="2024-12-05T09:56:09.583" v="0"/>
        <pc:sldMkLst>
          <pc:docMk/>
          <pc:sldMk cId="285504051" sldId="318"/>
        </pc:sldMkLst>
      </pc:sldChg>
      <pc:sldChg chg="add">
        <pc:chgData name="Thu Nguyen Dinh Minh" userId="d3a792b7-b24e-4e65-81f1-e0107dd62e0e" providerId="ADAL" clId="{4AD8E427-FD0B-484C-A373-07D7EEEBD1E4}" dt="2024-12-05T09:56:09.583" v="0"/>
        <pc:sldMkLst>
          <pc:docMk/>
          <pc:sldMk cId="3581386475" sldId="319"/>
        </pc:sldMkLst>
      </pc:sldChg>
      <pc:sldChg chg="add">
        <pc:chgData name="Thu Nguyen Dinh Minh" userId="d3a792b7-b24e-4e65-81f1-e0107dd62e0e" providerId="ADAL" clId="{4AD8E427-FD0B-484C-A373-07D7EEEBD1E4}" dt="2024-12-05T09:56:09.583" v="0"/>
        <pc:sldMkLst>
          <pc:docMk/>
          <pc:sldMk cId="3348778192" sldId="320"/>
        </pc:sldMkLst>
      </pc:sldChg>
      <pc:sldChg chg="add">
        <pc:chgData name="Thu Nguyen Dinh Minh" userId="d3a792b7-b24e-4e65-81f1-e0107dd62e0e" providerId="ADAL" clId="{4AD8E427-FD0B-484C-A373-07D7EEEBD1E4}" dt="2024-12-05T09:56:09.583" v="0"/>
        <pc:sldMkLst>
          <pc:docMk/>
          <pc:sldMk cId="1319684627" sldId="321"/>
        </pc:sldMkLst>
      </pc:sldChg>
      <pc:sldChg chg="add">
        <pc:chgData name="Thu Nguyen Dinh Minh" userId="d3a792b7-b24e-4e65-81f1-e0107dd62e0e" providerId="ADAL" clId="{4AD8E427-FD0B-484C-A373-07D7EEEBD1E4}" dt="2024-12-05T09:56:09.583" v="0"/>
        <pc:sldMkLst>
          <pc:docMk/>
          <pc:sldMk cId="3700899713" sldId="322"/>
        </pc:sldMkLst>
      </pc:sldChg>
      <pc:sldChg chg="add">
        <pc:chgData name="Thu Nguyen Dinh Minh" userId="d3a792b7-b24e-4e65-81f1-e0107dd62e0e" providerId="ADAL" clId="{4AD8E427-FD0B-484C-A373-07D7EEEBD1E4}" dt="2024-12-05T09:56:09.583" v="0"/>
        <pc:sldMkLst>
          <pc:docMk/>
          <pc:sldMk cId="2538290961" sldId="323"/>
        </pc:sldMkLst>
      </pc:sldChg>
      <pc:sldChg chg="add">
        <pc:chgData name="Thu Nguyen Dinh Minh" userId="d3a792b7-b24e-4e65-81f1-e0107dd62e0e" providerId="ADAL" clId="{4AD8E427-FD0B-484C-A373-07D7EEEBD1E4}" dt="2024-12-05T09:56:09.583" v="0"/>
        <pc:sldMkLst>
          <pc:docMk/>
          <pc:sldMk cId="3096913412" sldId="324"/>
        </pc:sldMkLst>
      </pc:sldChg>
      <pc:sldChg chg="add">
        <pc:chgData name="Thu Nguyen Dinh Minh" userId="d3a792b7-b24e-4e65-81f1-e0107dd62e0e" providerId="ADAL" clId="{4AD8E427-FD0B-484C-A373-07D7EEEBD1E4}" dt="2024-12-05T09:56:09.583" v="0"/>
        <pc:sldMkLst>
          <pc:docMk/>
          <pc:sldMk cId="1527803194" sldId="325"/>
        </pc:sldMkLst>
      </pc:sldChg>
      <pc:sldChg chg="add">
        <pc:chgData name="Thu Nguyen Dinh Minh" userId="d3a792b7-b24e-4e65-81f1-e0107dd62e0e" providerId="ADAL" clId="{4AD8E427-FD0B-484C-A373-07D7EEEBD1E4}" dt="2024-12-05T10:37:31.402" v="28"/>
        <pc:sldMkLst>
          <pc:docMk/>
          <pc:sldMk cId="386620864" sldId="326"/>
        </pc:sldMkLst>
      </pc:sldChg>
      <pc:sldChg chg="modSp add del mod">
        <pc:chgData name="Thu Nguyen Dinh Minh" userId="d3a792b7-b24e-4e65-81f1-e0107dd62e0e" providerId="ADAL" clId="{4AD8E427-FD0B-484C-A373-07D7EEEBD1E4}" dt="2024-12-05T10:37:23.671" v="27" actId="2696"/>
        <pc:sldMkLst>
          <pc:docMk/>
          <pc:sldMk cId="3340123059" sldId="326"/>
        </pc:sldMkLst>
        <pc:spChg chg="mod">
          <ac:chgData name="Thu Nguyen Dinh Minh" userId="d3a792b7-b24e-4e65-81f1-e0107dd62e0e" providerId="ADAL" clId="{4AD8E427-FD0B-484C-A373-07D7EEEBD1E4}" dt="2024-12-05T10:36:47.690" v="25" actId="20577"/>
          <ac:spMkLst>
            <pc:docMk/>
            <pc:sldMk cId="3340123059" sldId="326"/>
            <ac:spMk id="24" creationId="{A9395F47-184C-230B-CFE6-573E7D06DC42}"/>
          </ac:spMkLst>
        </pc:spChg>
      </pc:sldChg>
      <pc:sldChg chg="add">
        <pc:chgData name="Thu Nguyen Dinh Minh" userId="d3a792b7-b24e-4e65-81f1-e0107dd62e0e" providerId="ADAL" clId="{4AD8E427-FD0B-484C-A373-07D7EEEBD1E4}" dt="2024-12-05T09:56:09.583" v="0"/>
        <pc:sldMkLst>
          <pc:docMk/>
          <pc:sldMk cId="565082757" sldId="327"/>
        </pc:sldMkLst>
      </pc:sldChg>
      <pc:sldChg chg="add">
        <pc:chgData name="Thu Nguyen Dinh Minh" userId="d3a792b7-b24e-4e65-81f1-e0107dd62e0e" providerId="ADAL" clId="{4AD8E427-FD0B-484C-A373-07D7EEEBD1E4}" dt="2024-12-05T09:56:09.583" v="0"/>
        <pc:sldMkLst>
          <pc:docMk/>
          <pc:sldMk cId="2251324671" sldId="328"/>
        </pc:sldMkLst>
      </pc:sldChg>
      <pc:sldChg chg="add">
        <pc:chgData name="Thu Nguyen Dinh Minh" userId="d3a792b7-b24e-4e65-81f1-e0107dd62e0e" providerId="ADAL" clId="{4AD8E427-FD0B-484C-A373-07D7EEEBD1E4}" dt="2024-12-05T09:56:09.583" v="0"/>
        <pc:sldMkLst>
          <pc:docMk/>
          <pc:sldMk cId="3340473662" sldId="329"/>
        </pc:sldMkLst>
      </pc:sldChg>
      <pc:sldChg chg="add">
        <pc:chgData name="Thu Nguyen Dinh Minh" userId="d3a792b7-b24e-4e65-81f1-e0107dd62e0e" providerId="ADAL" clId="{4AD8E427-FD0B-484C-A373-07D7EEEBD1E4}" dt="2024-12-05T09:56:09.583" v="0"/>
        <pc:sldMkLst>
          <pc:docMk/>
          <pc:sldMk cId="1668741635" sldId="330"/>
        </pc:sldMkLst>
      </pc:sldChg>
      <pc:sldChg chg="add">
        <pc:chgData name="Thu Nguyen Dinh Minh" userId="d3a792b7-b24e-4e65-81f1-e0107dd62e0e" providerId="ADAL" clId="{4AD8E427-FD0B-484C-A373-07D7EEEBD1E4}" dt="2024-12-05T09:56:09.583" v="0"/>
        <pc:sldMkLst>
          <pc:docMk/>
          <pc:sldMk cId="687346217" sldId="331"/>
        </pc:sldMkLst>
      </pc:sldChg>
      <pc:sldChg chg="add">
        <pc:chgData name="Thu Nguyen Dinh Minh" userId="d3a792b7-b24e-4e65-81f1-e0107dd62e0e" providerId="ADAL" clId="{4AD8E427-FD0B-484C-A373-07D7EEEBD1E4}" dt="2024-12-05T09:56:09.583" v="0"/>
        <pc:sldMkLst>
          <pc:docMk/>
          <pc:sldMk cId="2835986758" sldId="332"/>
        </pc:sldMkLst>
      </pc:sldChg>
      <pc:sldChg chg="add">
        <pc:chgData name="Thu Nguyen Dinh Minh" userId="d3a792b7-b24e-4e65-81f1-e0107dd62e0e" providerId="ADAL" clId="{4AD8E427-FD0B-484C-A373-07D7EEEBD1E4}" dt="2024-12-05T09:56:09.583" v="0"/>
        <pc:sldMkLst>
          <pc:docMk/>
          <pc:sldMk cId="3829936317" sldId="333"/>
        </pc:sldMkLst>
      </pc:sldChg>
      <pc:sldChg chg="add">
        <pc:chgData name="Thu Nguyen Dinh Minh" userId="d3a792b7-b24e-4e65-81f1-e0107dd62e0e" providerId="ADAL" clId="{4AD8E427-FD0B-484C-A373-07D7EEEBD1E4}" dt="2024-12-05T09:56:09.583" v="0"/>
        <pc:sldMkLst>
          <pc:docMk/>
          <pc:sldMk cId="947399348" sldId="334"/>
        </pc:sldMkLst>
      </pc:sldChg>
      <pc:sldChg chg="add">
        <pc:chgData name="Thu Nguyen Dinh Minh" userId="d3a792b7-b24e-4e65-81f1-e0107dd62e0e" providerId="ADAL" clId="{4AD8E427-FD0B-484C-A373-07D7EEEBD1E4}" dt="2024-12-05T09:56:09.583" v="0"/>
        <pc:sldMkLst>
          <pc:docMk/>
          <pc:sldMk cId="473132953" sldId="335"/>
        </pc:sldMkLst>
      </pc:sldChg>
      <pc:sldChg chg="add">
        <pc:chgData name="Thu Nguyen Dinh Minh" userId="d3a792b7-b24e-4e65-81f1-e0107dd62e0e" providerId="ADAL" clId="{4AD8E427-FD0B-484C-A373-07D7EEEBD1E4}" dt="2024-12-05T09:56:09.583" v="0"/>
        <pc:sldMkLst>
          <pc:docMk/>
          <pc:sldMk cId="3469877408" sldId="336"/>
        </pc:sldMkLst>
      </pc:sldChg>
      <pc:sldChg chg="add">
        <pc:chgData name="Thu Nguyen Dinh Minh" userId="d3a792b7-b24e-4e65-81f1-e0107dd62e0e" providerId="ADAL" clId="{4AD8E427-FD0B-484C-A373-07D7EEEBD1E4}" dt="2024-12-05T09:56:09.583" v="0"/>
        <pc:sldMkLst>
          <pc:docMk/>
          <pc:sldMk cId="379037896" sldId="337"/>
        </pc:sldMkLst>
      </pc:sldChg>
      <pc:sldChg chg="add">
        <pc:chgData name="Thu Nguyen Dinh Minh" userId="d3a792b7-b24e-4e65-81f1-e0107dd62e0e" providerId="ADAL" clId="{4AD8E427-FD0B-484C-A373-07D7EEEBD1E4}" dt="2024-12-05T09:56:09.583" v="0"/>
        <pc:sldMkLst>
          <pc:docMk/>
          <pc:sldMk cId="121694795" sldId="338"/>
        </pc:sldMkLst>
      </pc:sldChg>
      <pc:sldChg chg="add">
        <pc:chgData name="Thu Nguyen Dinh Minh" userId="d3a792b7-b24e-4e65-81f1-e0107dd62e0e" providerId="ADAL" clId="{4AD8E427-FD0B-484C-A373-07D7EEEBD1E4}" dt="2024-12-05T09:56:09.583" v="0"/>
        <pc:sldMkLst>
          <pc:docMk/>
          <pc:sldMk cId="2778607638" sldId="339"/>
        </pc:sldMkLst>
      </pc:sldChg>
      <pc:sldChg chg="add">
        <pc:chgData name="Thu Nguyen Dinh Minh" userId="d3a792b7-b24e-4e65-81f1-e0107dd62e0e" providerId="ADAL" clId="{4AD8E427-FD0B-484C-A373-07D7EEEBD1E4}" dt="2024-12-05T09:56:09.583" v="0"/>
        <pc:sldMkLst>
          <pc:docMk/>
          <pc:sldMk cId="3806648236" sldId="340"/>
        </pc:sldMkLst>
      </pc:sldChg>
      <pc:sldChg chg="add">
        <pc:chgData name="Thu Nguyen Dinh Minh" userId="d3a792b7-b24e-4e65-81f1-e0107dd62e0e" providerId="ADAL" clId="{4AD8E427-FD0B-484C-A373-07D7EEEBD1E4}" dt="2024-12-05T09:56:09.583" v="0"/>
        <pc:sldMkLst>
          <pc:docMk/>
          <pc:sldMk cId="1345983868" sldId="341"/>
        </pc:sldMkLst>
      </pc:sldChg>
      <pc:sldChg chg="add del">
        <pc:chgData name="Thu Nguyen Dinh Minh" userId="d3a792b7-b24e-4e65-81f1-e0107dd62e0e" providerId="ADAL" clId="{4AD8E427-FD0B-484C-A373-07D7EEEBD1E4}" dt="2024-12-05T10:34:07.525" v="22" actId="2696"/>
        <pc:sldMkLst>
          <pc:docMk/>
          <pc:sldMk cId="2567857301" sldId="342"/>
        </pc:sldMkLst>
      </pc:sldChg>
      <pc:sldChg chg="add">
        <pc:chgData name="Thu Nguyen Dinh Minh" userId="d3a792b7-b24e-4e65-81f1-e0107dd62e0e" providerId="ADAL" clId="{4AD8E427-FD0B-484C-A373-07D7EEEBD1E4}" dt="2024-12-05T09:56:09.583" v="0"/>
        <pc:sldMkLst>
          <pc:docMk/>
          <pc:sldMk cId="3874126245" sldId="343"/>
        </pc:sldMkLst>
      </pc:sldChg>
      <pc:sldChg chg="add">
        <pc:chgData name="Thu Nguyen Dinh Minh" userId="d3a792b7-b24e-4e65-81f1-e0107dd62e0e" providerId="ADAL" clId="{4AD8E427-FD0B-484C-A373-07D7EEEBD1E4}" dt="2024-12-05T10:34:02.970" v="21"/>
        <pc:sldMkLst>
          <pc:docMk/>
          <pc:sldMk cId="3429333390" sldId="345"/>
        </pc:sldMkLst>
      </pc:sldChg>
      <pc:sldChg chg="add">
        <pc:chgData name="Thu Nguyen Dinh Minh" userId="d3a792b7-b24e-4e65-81f1-e0107dd62e0e" providerId="ADAL" clId="{4AD8E427-FD0B-484C-A373-07D7EEEBD1E4}" dt="2024-12-05T10:34:02.970" v="21"/>
        <pc:sldMkLst>
          <pc:docMk/>
          <pc:sldMk cId="1260750490" sldId="346"/>
        </pc:sldMkLst>
      </pc:sldChg>
      <pc:sldChg chg="add">
        <pc:chgData name="Thu Nguyen Dinh Minh" userId="d3a792b7-b24e-4e65-81f1-e0107dd62e0e" providerId="ADAL" clId="{4AD8E427-FD0B-484C-A373-07D7EEEBD1E4}" dt="2024-12-10T03:21:06.836" v="29"/>
        <pc:sldMkLst>
          <pc:docMk/>
          <pc:sldMk cId="2722282924" sldId="348"/>
        </pc:sldMkLst>
      </pc:sldChg>
      <pc:sldChg chg="add">
        <pc:chgData name="Thu Nguyen Dinh Minh" userId="d3a792b7-b24e-4e65-81f1-e0107dd62e0e" providerId="ADAL" clId="{4AD8E427-FD0B-484C-A373-07D7EEEBD1E4}" dt="2024-12-10T03:21:06.836" v="29"/>
        <pc:sldMkLst>
          <pc:docMk/>
          <pc:sldMk cId="3995429474" sldId="349"/>
        </pc:sldMkLst>
      </pc:sldChg>
      <pc:sldChg chg="add">
        <pc:chgData name="Thu Nguyen Dinh Minh" userId="d3a792b7-b24e-4e65-81f1-e0107dd62e0e" providerId="ADAL" clId="{4AD8E427-FD0B-484C-A373-07D7EEEBD1E4}" dt="2024-12-10T03:21:06.836" v="29"/>
        <pc:sldMkLst>
          <pc:docMk/>
          <pc:sldMk cId="113499017" sldId="350"/>
        </pc:sldMkLst>
      </pc:sldChg>
    </pc:docChg>
  </pc:docChgLst>
  <pc:docChgLst>
    <pc:chgData name="Dung Truong Thi Thuy" userId="S::dungttt13@fpt.com::66037727-dd99-4dbc-9df4-3d9f550dc0a7" providerId="AD" clId="Web-{52BC6DF3-1D61-2437-6020-E77EE17C5EA1}"/>
    <pc:docChg chg="mod">
      <pc:chgData name="Dung Truong Thi Thuy" userId="S::dungttt13@fpt.com::66037727-dd99-4dbc-9df4-3d9f550dc0a7" providerId="AD" clId="Web-{52BC6DF3-1D61-2437-6020-E77EE17C5EA1}" dt="2024-11-16T08:41:50.588" v="0"/>
      <pc:docMkLst>
        <pc:docMk/>
      </pc:docMkLst>
    </pc:docChg>
  </pc:docChgLst>
  <pc:docChgLst>
    <pc:chgData name="Thu Nguyen Dinh Minh" userId="d3a792b7-b24e-4e65-81f1-e0107dd62e0e" providerId="ADAL" clId="{3B67563B-7DC2-B849-9BC1-4855455A4B9C}"/>
    <pc:docChg chg="undo custSel addSld delSld modSld sldOrd modMainMaster">
      <pc:chgData name="Thu Nguyen Dinh Minh" userId="d3a792b7-b24e-4e65-81f1-e0107dd62e0e" providerId="ADAL" clId="{3B67563B-7DC2-B849-9BC1-4855455A4B9C}" dt="2024-11-22T06:53:34.418" v="1936" actId="20577"/>
      <pc:docMkLst>
        <pc:docMk/>
      </pc:docMkLst>
      <pc:sldChg chg="addSp modSp del mod modShow">
        <pc:chgData name="Thu Nguyen Dinh Minh" userId="d3a792b7-b24e-4e65-81f1-e0107dd62e0e" providerId="ADAL" clId="{3B67563B-7DC2-B849-9BC1-4855455A4B9C}" dt="2024-11-22T02:51:14.933" v="1163" actId="2696"/>
        <pc:sldMkLst>
          <pc:docMk/>
          <pc:sldMk cId="3461918417" sldId="269"/>
        </pc:sldMkLst>
      </pc:sldChg>
      <pc:sldChg chg="del mod modShow">
        <pc:chgData name="Thu Nguyen Dinh Minh" userId="d3a792b7-b24e-4e65-81f1-e0107dd62e0e" providerId="ADAL" clId="{3B67563B-7DC2-B849-9BC1-4855455A4B9C}" dt="2024-11-22T02:51:14.979" v="1167" actId="2696"/>
        <pc:sldMkLst>
          <pc:docMk/>
          <pc:sldMk cId="2934259933" sldId="272"/>
        </pc:sldMkLst>
      </pc:sldChg>
      <pc:sldChg chg="addSp delSp modSp mod ord modShow">
        <pc:chgData name="Thu Nguyen Dinh Minh" userId="d3a792b7-b24e-4e65-81f1-e0107dd62e0e" providerId="ADAL" clId="{3B67563B-7DC2-B849-9BC1-4855455A4B9C}" dt="2024-11-22T03:20:57.844" v="1572" actId="1076"/>
        <pc:sldMkLst>
          <pc:docMk/>
          <pc:sldMk cId="2798141049" sldId="273"/>
        </pc:sldMkLst>
      </pc:sldChg>
      <pc:sldChg chg="modSp add mod">
        <pc:chgData name="Thu Nguyen Dinh Minh" userId="d3a792b7-b24e-4e65-81f1-e0107dd62e0e" providerId="ADAL" clId="{3B67563B-7DC2-B849-9BC1-4855455A4B9C}" dt="2024-11-22T03:14:25.620" v="1449" actId="20577"/>
        <pc:sldMkLst>
          <pc:docMk/>
          <pc:sldMk cId="259736859" sldId="274"/>
        </pc:sldMkLst>
      </pc:sldChg>
      <pc:sldChg chg="del mod modShow">
        <pc:chgData name="Thu Nguyen Dinh Minh" userId="d3a792b7-b24e-4e65-81f1-e0107dd62e0e" providerId="ADAL" clId="{3B67563B-7DC2-B849-9BC1-4855455A4B9C}" dt="2024-11-22T02:51:14.977" v="1166" actId="2696"/>
        <pc:sldMkLst>
          <pc:docMk/>
          <pc:sldMk cId="1948145474" sldId="274"/>
        </pc:sldMkLst>
      </pc:sldChg>
      <pc:sldChg chg="del mod modShow">
        <pc:chgData name="Thu Nguyen Dinh Minh" userId="d3a792b7-b24e-4e65-81f1-e0107dd62e0e" providerId="ADAL" clId="{3B67563B-7DC2-B849-9BC1-4855455A4B9C}" dt="2024-11-22T02:51:14.974" v="1164" actId="2696"/>
        <pc:sldMkLst>
          <pc:docMk/>
          <pc:sldMk cId="3771063272" sldId="275"/>
        </pc:sldMkLst>
      </pc:sldChg>
      <pc:sldChg chg="del">
        <pc:chgData name="Thu Nguyen Dinh Minh" userId="d3a792b7-b24e-4e65-81f1-e0107dd62e0e" providerId="ADAL" clId="{3B67563B-7DC2-B849-9BC1-4855455A4B9C}" dt="2024-11-22T02:59:17.719" v="1206" actId="2696"/>
        <pc:sldMkLst>
          <pc:docMk/>
          <pc:sldMk cId="583774486" sldId="276"/>
        </pc:sldMkLst>
      </pc:sldChg>
      <pc:sldChg chg="del mod modShow">
        <pc:chgData name="Thu Nguyen Dinh Minh" userId="d3a792b7-b24e-4e65-81f1-e0107dd62e0e" providerId="ADAL" clId="{3B67563B-7DC2-B849-9BC1-4855455A4B9C}" dt="2024-11-22T02:51:14.975" v="1165" actId="2696"/>
        <pc:sldMkLst>
          <pc:docMk/>
          <pc:sldMk cId="31318301" sldId="277"/>
        </pc:sldMkLst>
      </pc:sldChg>
      <pc:sldChg chg="addSp delSp modSp mod ord">
        <pc:chgData name="Thu Nguyen Dinh Minh" userId="d3a792b7-b24e-4e65-81f1-e0107dd62e0e" providerId="ADAL" clId="{3B67563B-7DC2-B849-9BC1-4855455A4B9C}" dt="2024-11-22T03:21:28.628" v="1579" actId="478"/>
        <pc:sldMkLst>
          <pc:docMk/>
          <pc:sldMk cId="1508670364" sldId="278"/>
        </pc:sldMkLst>
      </pc:sldChg>
      <pc:sldChg chg="del">
        <pc:chgData name="Thu Nguyen Dinh Minh" userId="d3a792b7-b24e-4e65-81f1-e0107dd62e0e" providerId="ADAL" clId="{3B67563B-7DC2-B849-9BC1-4855455A4B9C}" dt="2024-11-22T02:59:17.736" v="1207" actId="2696"/>
        <pc:sldMkLst>
          <pc:docMk/>
          <pc:sldMk cId="126273624" sldId="279"/>
        </pc:sldMkLst>
      </pc:sldChg>
      <pc:sldChg chg="addSp delSp modSp del mod">
        <pc:chgData name="Thu Nguyen Dinh Minh" userId="d3a792b7-b24e-4e65-81f1-e0107dd62e0e" providerId="ADAL" clId="{3B67563B-7DC2-B849-9BC1-4855455A4B9C}" dt="2024-11-22T06:45:43.699" v="1718" actId="2696"/>
        <pc:sldMkLst>
          <pc:docMk/>
          <pc:sldMk cId="3576747060" sldId="280"/>
        </pc:sldMkLst>
      </pc:sldChg>
      <pc:sldChg chg="addSp delSp modSp mod modClrScheme chgLayout">
        <pc:chgData name="Thu Nguyen Dinh Minh" userId="d3a792b7-b24e-4e65-81f1-e0107dd62e0e" providerId="ADAL" clId="{3B67563B-7DC2-B849-9BC1-4855455A4B9C}" dt="2024-11-22T06:47:28.364" v="1773" actId="20577"/>
        <pc:sldMkLst>
          <pc:docMk/>
          <pc:sldMk cId="1498586717" sldId="281"/>
        </pc:sldMkLst>
      </pc:sldChg>
      <pc:sldChg chg="delSp modSp del mod ord">
        <pc:chgData name="Thu Nguyen Dinh Minh" userId="d3a792b7-b24e-4e65-81f1-e0107dd62e0e" providerId="ADAL" clId="{3B67563B-7DC2-B849-9BC1-4855455A4B9C}" dt="2024-11-22T06:45:49.547" v="1719" actId="2696"/>
        <pc:sldMkLst>
          <pc:docMk/>
          <pc:sldMk cId="3211790925" sldId="282"/>
        </pc:sldMkLst>
      </pc:sldChg>
      <pc:sldChg chg="delSp modSp mod ord">
        <pc:chgData name="Thu Nguyen Dinh Minh" userId="d3a792b7-b24e-4e65-81f1-e0107dd62e0e" providerId="ADAL" clId="{3B67563B-7DC2-B849-9BC1-4855455A4B9C}" dt="2024-11-22T06:47:51.829" v="1806" actId="20577"/>
        <pc:sldMkLst>
          <pc:docMk/>
          <pc:sldMk cId="3360129787" sldId="283"/>
        </pc:sldMkLst>
      </pc:sldChg>
      <pc:sldChg chg="addSp delSp modSp mod ord">
        <pc:chgData name="Thu Nguyen Dinh Minh" userId="d3a792b7-b24e-4e65-81f1-e0107dd62e0e" providerId="ADAL" clId="{3B67563B-7DC2-B849-9BC1-4855455A4B9C}" dt="2024-11-22T03:21:17.394" v="1578" actId="1076"/>
        <pc:sldMkLst>
          <pc:docMk/>
          <pc:sldMk cId="1700927877" sldId="284"/>
        </pc:sldMkLst>
      </pc:sldChg>
      <pc:sldChg chg="delSp del mod ord">
        <pc:chgData name="Thu Nguyen Dinh Minh" userId="d3a792b7-b24e-4e65-81f1-e0107dd62e0e" providerId="ADAL" clId="{3B67563B-7DC2-B849-9BC1-4855455A4B9C}" dt="2024-11-22T03:02:21.690" v="1282" actId="2696"/>
        <pc:sldMkLst>
          <pc:docMk/>
          <pc:sldMk cId="2940116055" sldId="285"/>
        </pc:sldMkLst>
      </pc:sldChg>
      <pc:sldChg chg="modSp mod">
        <pc:chgData name="Thu Nguyen Dinh Minh" userId="d3a792b7-b24e-4e65-81f1-e0107dd62e0e" providerId="ADAL" clId="{3B67563B-7DC2-B849-9BC1-4855455A4B9C}" dt="2024-11-22T06:52:27.309" v="1871" actId="20577"/>
        <pc:sldMkLst>
          <pc:docMk/>
          <pc:sldMk cId="424008926" sldId="286"/>
        </pc:sldMkLst>
      </pc:sldChg>
      <pc:sldChg chg="addSp delSp modSp del mod ord">
        <pc:chgData name="Thu Nguyen Dinh Minh" userId="d3a792b7-b24e-4e65-81f1-e0107dd62e0e" providerId="ADAL" clId="{3B67563B-7DC2-B849-9BC1-4855455A4B9C}" dt="2024-11-22T06:52:37.515" v="1872" actId="2696"/>
        <pc:sldMkLst>
          <pc:docMk/>
          <pc:sldMk cId="2062506599" sldId="287"/>
        </pc:sldMkLst>
      </pc:sldChg>
      <pc:sldChg chg="modSp mod">
        <pc:chgData name="Thu Nguyen Dinh Minh" userId="d3a792b7-b24e-4e65-81f1-e0107dd62e0e" providerId="ADAL" clId="{3B67563B-7DC2-B849-9BC1-4855455A4B9C}" dt="2024-11-22T06:53:34.418" v="1936" actId="20577"/>
        <pc:sldMkLst>
          <pc:docMk/>
          <pc:sldMk cId="3541925348" sldId="288"/>
        </pc:sldMkLst>
      </pc:sldChg>
      <pc:sldChg chg="modSp mod ord">
        <pc:chgData name="Thu Nguyen Dinh Minh" userId="d3a792b7-b24e-4e65-81f1-e0107dd62e0e" providerId="ADAL" clId="{3B67563B-7DC2-B849-9BC1-4855455A4B9C}" dt="2024-11-22T06:53:10.461" v="1903" actId="20577"/>
        <pc:sldMkLst>
          <pc:docMk/>
          <pc:sldMk cId="2948610220" sldId="289"/>
        </pc:sldMkLst>
      </pc:sldChg>
      <pc:sldChg chg="addSp delSp modSp mod ord">
        <pc:chgData name="Thu Nguyen Dinh Minh" userId="d3a792b7-b24e-4e65-81f1-e0107dd62e0e" providerId="ADAL" clId="{3B67563B-7DC2-B849-9BC1-4855455A4B9C}" dt="2024-11-22T06:48:18.756" v="1836" actId="20577"/>
        <pc:sldMkLst>
          <pc:docMk/>
          <pc:sldMk cId="2457982370" sldId="290"/>
        </pc:sldMkLst>
      </pc:sldChg>
      <pc:sldChg chg="delSp modSp del mod ord">
        <pc:chgData name="Thu Nguyen Dinh Minh" userId="d3a792b7-b24e-4e65-81f1-e0107dd62e0e" providerId="ADAL" clId="{3B67563B-7DC2-B849-9BC1-4855455A4B9C}" dt="2024-11-22T03:18:44.282" v="1526" actId="2696"/>
        <pc:sldMkLst>
          <pc:docMk/>
          <pc:sldMk cId="2821646697" sldId="291"/>
        </pc:sldMkLst>
      </pc:sldChg>
      <pc:sldChg chg="addSp delSp modSp mod ord modClrScheme chgLayout">
        <pc:chgData name="Thu Nguyen Dinh Minh" userId="d3a792b7-b24e-4e65-81f1-e0107dd62e0e" providerId="ADAL" clId="{3B67563B-7DC2-B849-9BC1-4855455A4B9C}" dt="2024-11-22T03:21:58.994" v="1587" actId="1076"/>
        <pc:sldMkLst>
          <pc:docMk/>
          <pc:sldMk cId="2689230291" sldId="292"/>
        </pc:sldMkLst>
      </pc:sldChg>
      <pc:sldChg chg="del">
        <pc:chgData name="Thu Nguyen Dinh Minh" userId="d3a792b7-b24e-4e65-81f1-e0107dd62e0e" providerId="ADAL" clId="{3B67563B-7DC2-B849-9BC1-4855455A4B9C}" dt="2024-11-22T06:50:49.834" v="1842" actId="2696"/>
        <pc:sldMkLst>
          <pc:docMk/>
          <pc:sldMk cId="2058677110" sldId="293"/>
        </pc:sldMkLst>
      </pc:sldChg>
      <pc:sldChg chg="add">
        <pc:chgData name="Thu Nguyen Dinh Minh" userId="d3a792b7-b24e-4e65-81f1-e0107dd62e0e" providerId="ADAL" clId="{3B67563B-7DC2-B849-9BC1-4855455A4B9C}" dt="2024-11-22T06:50:58.145" v="1843"/>
        <pc:sldMkLst>
          <pc:docMk/>
          <pc:sldMk cId="2905574086" sldId="293"/>
        </pc:sldMkLst>
      </pc:sldChg>
      <pc:sldChg chg="del">
        <pc:chgData name="Thu Nguyen Dinh Minh" userId="d3a792b7-b24e-4e65-81f1-e0107dd62e0e" providerId="ADAL" clId="{3B67563B-7DC2-B849-9BC1-4855455A4B9C}" dt="2024-11-22T06:50:49.834" v="1842" actId="2696"/>
        <pc:sldMkLst>
          <pc:docMk/>
          <pc:sldMk cId="814611048" sldId="294"/>
        </pc:sldMkLst>
      </pc:sldChg>
      <pc:sldChg chg="add">
        <pc:chgData name="Thu Nguyen Dinh Minh" userId="d3a792b7-b24e-4e65-81f1-e0107dd62e0e" providerId="ADAL" clId="{3B67563B-7DC2-B849-9BC1-4855455A4B9C}" dt="2024-11-22T06:50:58.145" v="1843"/>
        <pc:sldMkLst>
          <pc:docMk/>
          <pc:sldMk cId="3662693376" sldId="294"/>
        </pc:sldMkLst>
      </pc:sldChg>
      <pc:sldChg chg="add">
        <pc:chgData name="Thu Nguyen Dinh Minh" userId="d3a792b7-b24e-4e65-81f1-e0107dd62e0e" providerId="ADAL" clId="{3B67563B-7DC2-B849-9BC1-4855455A4B9C}" dt="2024-11-22T06:50:58.145" v="1843"/>
        <pc:sldMkLst>
          <pc:docMk/>
          <pc:sldMk cId="910662059" sldId="295"/>
        </pc:sldMkLst>
      </pc:sldChg>
      <pc:sldChg chg="del">
        <pc:chgData name="Thu Nguyen Dinh Minh" userId="d3a792b7-b24e-4e65-81f1-e0107dd62e0e" providerId="ADAL" clId="{3B67563B-7DC2-B849-9BC1-4855455A4B9C}" dt="2024-11-22T06:50:49.834" v="1842" actId="2696"/>
        <pc:sldMkLst>
          <pc:docMk/>
          <pc:sldMk cId="2025156221" sldId="295"/>
        </pc:sldMkLst>
      </pc:sldChg>
      <pc:sldChg chg="addSp delSp modSp add mod modClrScheme chgLayout">
        <pc:chgData name="Thu Nguyen Dinh Minh" userId="d3a792b7-b24e-4e65-81f1-e0107dd62e0e" providerId="ADAL" clId="{3B67563B-7DC2-B849-9BC1-4855455A4B9C}" dt="2024-11-22T04:10:41.080" v="1608" actId="700"/>
        <pc:sldMkLst>
          <pc:docMk/>
          <pc:sldMk cId="729537704" sldId="296"/>
        </pc:sldMkLst>
      </pc:sldChg>
      <pc:sldChg chg="addSp delSp modSp add mod ord">
        <pc:chgData name="Thu Nguyen Dinh Minh" userId="d3a792b7-b24e-4e65-81f1-e0107dd62e0e" providerId="ADAL" clId="{3B67563B-7DC2-B849-9BC1-4855455A4B9C}" dt="2024-11-22T03:21:05.378" v="1574" actId="1076"/>
        <pc:sldMkLst>
          <pc:docMk/>
          <pc:sldMk cId="3278656955" sldId="297"/>
        </pc:sldMkLst>
      </pc:sldChg>
      <pc:sldChg chg="addSp modSp new del mod">
        <pc:chgData name="Thu Nguyen Dinh Minh" userId="d3a792b7-b24e-4e65-81f1-e0107dd62e0e" providerId="ADAL" clId="{3B67563B-7DC2-B849-9BC1-4855455A4B9C}" dt="2024-11-22T03:14:27.359" v="1450" actId="2696"/>
        <pc:sldMkLst>
          <pc:docMk/>
          <pc:sldMk cId="1013010200" sldId="298"/>
        </pc:sldMkLst>
      </pc:sldChg>
      <pc:sldChg chg="modSp add del mod">
        <pc:chgData name="Thu Nguyen Dinh Minh" userId="d3a792b7-b24e-4e65-81f1-e0107dd62e0e" providerId="ADAL" clId="{3B67563B-7DC2-B849-9BC1-4855455A4B9C}" dt="2024-11-22T03:19:34.579" v="1557" actId="2696"/>
        <pc:sldMkLst>
          <pc:docMk/>
          <pc:sldMk cId="2627537012" sldId="299"/>
        </pc:sldMkLst>
      </pc:sldChg>
      <pc:sldChg chg="delSp modSp add mod">
        <pc:chgData name="Thu Nguyen Dinh Minh" userId="d3a792b7-b24e-4e65-81f1-e0107dd62e0e" providerId="ADAL" clId="{3B67563B-7DC2-B849-9BC1-4855455A4B9C}" dt="2024-11-22T06:41:31.284" v="1682" actId="20577"/>
        <pc:sldMkLst>
          <pc:docMk/>
          <pc:sldMk cId="946085388" sldId="300"/>
        </pc:sldMkLst>
      </pc:sldChg>
      <pc:sldChg chg="new del modNotesTx">
        <pc:chgData name="Thu Nguyen Dinh Minh" userId="d3a792b7-b24e-4e65-81f1-e0107dd62e0e" providerId="ADAL" clId="{3B67563B-7DC2-B849-9BC1-4855455A4B9C}" dt="2024-11-22T06:52:08.972" v="1844" actId="2696"/>
        <pc:sldMkLst>
          <pc:docMk/>
          <pc:sldMk cId="2330172169" sldId="301"/>
        </pc:sldMkLst>
      </pc:sldChg>
      <pc:sldMasterChg chg="modSldLayout">
        <pc:chgData name="Thu Nguyen Dinh Minh" userId="d3a792b7-b24e-4e65-81f1-e0107dd62e0e" providerId="ADAL" clId="{3B67563B-7DC2-B849-9BC1-4855455A4B9C}" dt="2024-11-22T03:20:14.428" v="1563" actId="1076"/>
        <pc:sldMasterMkLst>
          <pc:docMk/>
          <pc:sldMasterMk cId="1800450103" sldId="2147483648"/>
        </pc:sldMasterMkLst>
        <pc:sldLayoutChg chg="addSp modSp mod">
          <pc:chgData name="Thu Nguyen Dinh Minh" userId="d3a792b7-b24e-4e65-81f1-e0107dd62e0e" providerId="ADAL" clId="{3B67563B-7DC2-B849-9BC1-4855455A4B9C}" dt="2024-11-22T03:20:14.428" v="1563" actId="1076"/>
          <pc:sldLayoutMkLst>
            <pc:docMk/>
            <pc:sldMasterMk cId="1800450103" sldId="2147483648"/>
            <pc:sldLayoutMk cId="132753395" sldId="2147483649"/>
          </pc:sldLayoutMkLst>
          <pc:spChg chg="mod">
            <ac:chgData name="Thu Nguyen Dinh Minh" userId="d3a792b7-b24e-4e65-81f1-e0107dd62e0e" providerId="ADAL" clId="{3B67563B-7DC2-B849-9BC1-4855455A4B9C}" dt="2024-11-22T03:20:11.812" v="1562" actId="20577"/>
            <ac:spMkLst>
              <pc:docMk/>
              <pc:sldMasterMk cId="1800450103" sldId="2147483648"/>
              <pc:sldLayoutMk cId="132753395" sldId="2147483649"/>
              <ac:spMk id="4" creationId="{9180FD38-811D-A36C-E3B4-1881CE4C67BE}"/>
            </ac:spMkLst>
          </pc:spChg>
          <pc:grpChg chg="add mod">
            <ac:chgData name="Thu Nguyen Dinh Minh" userId="d3a792b7-b24e-4e65-81f1-e0107dd62e0e" providerId="ADAL" clId="{3B67563B-7DC2-B849-9BC1-4855455A4B9C}" dt="2024-11-22T03:20:14.428" v="1563" actId="1076"/>
            <ac:grpSpMkLst>
              <pc:docMk/>
              <pc:sldMasterMk cId="1800450103" sldId="2147483648"/>
              <pc:sldLayoutMk cId="132753395" sldId="2147483649"/>
              <ac:grpSpMk id="2" creationId="{0ED075ED-CDED-A49D-17A2-59B5EA62E157}"/>
            </ac:grpSpMkLst>
          </pc:grpChg>
          <pc:picChg chg="mod">
            <ac:chgData name="Thu Nguyen Dinh Minh" userId="d3a792b7-b24e-4e65-81f1-e0107dd62e0e" providerId="ADAL" clId="{3B67563B-7DC2-B849-9BC1-4855455A4B9C}" dt="2024-11-22T03:20:06.063" v="1560"/>
            <ac:picMkLst>
              <pc:docMk/>
              <pc:sldMasterMk cId="1800450103" sldId="2147483648"/>
              <pc:sldLayoutMk cId="132753395" sldId="2147483649"/>
              <ac:picMk id="3" creationId="{105A5900-2507-543A-1A3F-F0802C47654C}"/>
            </ac:picMkLst>
          </pc:picChg>
        </pc:sldLayoutChg>
      </pc:sldMasterChg>
    </pc:docChg>
  </pc:docChgLst>
  <pc:docChgLst>
    <pc:chgData name="Dung Truong Thi Thuy" userId="S::dungttt13@fpt.com::66037727-dd99-4dbc-9df4-3d9f550dc0a7" providerId="AD" clId="Web-{DE5C3BC2-E7C2-687E-108B-33959F73C4CA}"/>
    <pc:docChg chg="modSld">
      <pc:chgData name="Dung Truong Thi Thuy" userId="S::dungttt13@fpt.com::66037727-dd99-4dbc-9df4-3d9f550dc0a7" providerId="AD" clId="Web-{DE5C3BC2-E7C2-687E-108B-33959F73C4CA}" dt="2024-11-29T07:35:28.395" v="28" actId="20577"/>
      <pc:docMkLst>
        <pc:docMk/>
      </pc:docMkLst>
      <pc:sldChg chg="modSp">
        <pc:chgData name="Dung Truong Thi Thuy" userId="S::dungttt13@fpt.com::66037727-dd99-4dbc-9df4-3d9f550dc0a7" providerId="AD" clId="Web-{DE5C3BC2-E7C2-687E-108B-33959F73C4CA}" dt="2024-11-29T07:35:28.395" v="28" actId="20577"/>
        <pc:sldMkLst>
          <pc:docMk/>
          <pc:sldMk cId="1498586717" sldId="281"/>
        </pc:sldMkLst>
      </pc:sldChg>
      <pc:sldChg chg="modSp">
        <pc:chgData name="Dung Truong Thi Thuy" userId="S::dungttt13@fpt.com::66037727-dd99-4dbc-9df4-3d9f550dc0a7" providerId="AD" clId="Web-{DE5C3BC2-E7C2-687E-108B-33959F73C4CA}" dt="2024-11-29T07:35:08.536" v="25" actId="20577"/>
        <pc:sldMkLst>
          <pc:docMk/>
          <pc:sldMk cId="3360129787" sldId="283"/>
        </pc:sldMkLst>
      </pc:sldChg>
      <pc:sldChg chg="modSp">
        <pc:chgData name="Dung Truong Thi Thuy" userId="S::dungttt13@fpt.com::66037727-dd99-4dbc-9df4-3d9f550dc0a7" providerId="AD" clId="Web-{DE5C3BC2-E7C2-687E-108B-33959F73C4CA}" dt="2024-11-29T07:34:13.300" v="21" actId="20577"/>
        <pc:sldMkLst>
          <pc:docMk/>
          <pc:sldMk cId="2905574086" sldId="293"/>
        </pc:sldMkLst>
      </pc:sldChg>
    </pc:docChg>
  </pc:docChgLst>
  <pc:docChgLst>
    <pc:chgData name="Thu Nguyen Dinh Minh" userId="S::thundm@fpt.com::d3a792b7-b24e-4e65-81f1-e0107dd62e0e" providerId="AD" clId="Web-{A10C945B-FE49-A4AA-C001-9DF02DC32187}"/>
    <pc:docChg chg="modSld">
      <pc:chgData name="Thu Nguyen Dinh Minh" userId="S::thundm@fpt.com::d3a792b7-b24e-4e65-81f1-e0107dd62e0e" providerId="AD" clId="Web-{A10C945B-FE49-A4AA-C001-9DF02DC32187}" dt="2024-11-18T08:39:40.641" v="145"/>
      <pc:docMkLst>
        <pc:docMk/>
      </pc:docMkLst>
      <pc:sldChg chg="modSp">
        <pc:chgData name="Thu Nguyen Dinh Minh" userId="S::thundm@fpt.com::d3a792b7-b24e-4e65-81f1-e0107dd62e0e" providerId="AD" clId="Web-{A10C945B-FE49-A4AA-C001-9DF02DC32187}" dt="2024-11-18T08:39:40.641" v="145"/>
        <pc:sldMkLst>
          <pc:docMk/>
          <pc:sldMk cId="1732160385" sldId="270"/>
        </pc:sldMkLst>
      </pc:sldChg>
    </pc:docChg>
  </pc:docChgLst>
  <pc:docChgLst>
    <pc:chgData name="Nguyen Tran Nguyen Hanh" userId="S::nguyentnh5@fpt.com::daedd0f1-c2f2-47e8-8330-353125a6fb4f" providerId="AD" clId="Web-{57FB067F-B599-3BD0-E9D1-79FF776A04E2}"/>
    <pc:docChg chg="modSld">
      <pc:chgData name="Nguyen Tran Nguyen Hanh" userId="S::nguyentnh5@fpt.com::daedd0f1-c2f2-47e8-8330-353125a6fb4f" providerId="AD" clId="Web-{57FB067F-B599-3BD0-E9D1-79FF776A04E2}" dt="2024-12-24T03:45:28.015" v="0" actId="1076"/>
      <pc:docMkLst>
        <pc:docMk/>
      </pc:docMkLst>
      <pc:sldChg chg="modSp">
        <pc:chgData name="Nguyen Tran Nguyen Hanh" userId="S::nguyentnh5@fpt.com::daedd0f1-c2f2-47e8-8330-353125a6fb4f" providerId="AD" clId="Web-{57FB067F-B599-3BD0-E9D1-79FF776A04E2}" dt="2024-12-24T03:45:28.015" v="0" actId="1076"/>
        <pc:sldMkLst>
          <pc:docMk/>
          <pc:sldMk cId="3348778192" sldId="320"/>
        </pc:sldMkLst>
        <pc:picChg chg="mod">
          <ac:chgData name="Nguyen Tran Nguyen Hanh" userId="S::nguyentnh5@fpt.com::daedd0f1-c2f2-47e8-8330-353125a6fb4f" providerId="AD" clId="Web-{57FB067F-B599-3BD0-E9D1-79FF776A04E2}" dt="2024-12-24T03:45:28.015" v="0" actId="1076"/>
          <ac:picMkLst>
            <pc:docMk/>
            <pc:sldMk cId="3348778192" sldId="320"/>
            <ac:picMk id="18" creationId="{00000000-0000-0000-0000-000000000000}"/>
          </ac:picMkLst>
        </pc:picChg>
      </pc:sldChg>
    </pc:docChg>
  </pc:docChgLst>
  <pc:docChgLst>
    <pc:chgData name="Nguyen Tran Nguyen Hanh" userId="S::nguyentnh5@fpt.com::daedd0f1-c2f2-47e8-8330-353125a6fb4f" providerId="AD" clId="Web-{57E4AD87-61D4-ED5F-EE38-1D150D79DE7C}"/>
    <pc:docChg chg="addSld modSld">
      <pc:chgData name="Nguyen Tran Nguyen Hanh" userId="S::nguyentnh5@fpt.com::daedd0f1-c2f2-47e8-8330-353125a6fb4f" providerId="AD" clId="Web-{57E4AD87-61D4-ED5F-EE38-1D150D79DE7C}" dt="2024-12-09T10:38:46.091" v="47"/>
      <pc:docMkLst>
        <pc:docMk/>
      </pc:docMkLst>
      <pc:sldChg chg="modSp">
        <pc:chgData name="Nguyen Tran Nguyen Hanh" userId="S::nguyentnh5@fpt.com::daedd0f1-c2f2-47e8-8330-353125a6fb4f" providerId="AD" clId="Web-{57E4AD87-61D4-ED5F-EE38-1D150D79DE7C}" dt="2024-12-09T10:36:18.602" v="0" actId="20577"/>
        <pc:sldMkLst>
          <pc:docMk/>
          <pc:sldMk cId="3602833018" sldId="301"/>
        </pc:sldMkLst>
        <pc:spChg chg="mod">
          <ac:chgData name="Nguyen Tran Nguyen Hanh" userId="S::nguyentnh5@fpt.com::daedd0f1-c2f2-47e8-8330-353125a6fb4f" providerId="AD" clId="Web-{57E4AD87-61D4-ED5F-EE38-1D150D79DE7C}" dt="2024-12-09T10:36:18.602" v="0" actId="20577"/>
          <ac:spMkLst>
            <pc:docMk/>
            <pc:sldMk cId="3602833018" sldId="301"/>
            <ac:spMk id="3" creationId="{9CBB4F0E-67D4-D300-3B44-651CC1BBE4E3}"/>
          </ac:spMkLst>
        </pc:spChg>
      </pc:sldChg>
      <pc:sldChg chg="addSp delSp modSp add replId">
        <pc:chgData name="Nguyen Tran Nguyen Hanh" userId="S::nguyentnh5@fpt.com::daedd0f1-c2f2-47e8-8330-353125a6fb4f" providerId="AD" clId="Web-{57E4AD87-61D4-ED5F-EE38-1D150D79DE7C}" dt="2024-12-09T10:38:46.091" v="47"/>
        <pc:sldMkLst>
          <pc:docMk/>
          <pc:sldMk cId="161652601" sldId="347"/>
        </pc:sldMkLst>
        <pc:spChg chg="del">
          <ac:chgData name="Nguyen Tran Nguyen Hanh" userId="S::nguyentnh5@fpt.com::daedd0f1-c2f2-47e8-8330-353125a6fb4f" providerId="AD" clId="Web-{57E4AD87-61D4-ED5F-EE38-1D150D79DE7C}" dt="2024-12-09T10:38:16.216" v="36"/>
          <ac:spMkLst>
            <pc:docMk/>
            <pc:sldMk cId="161652601" sldId="347"/>
            <ac:spMk id="2" creationId="{0E76C842-39BD-DF93-436F-813B7AA408F1}"/>
          </ac:spMkLst>
        </pc:spChg>
        <pc:spChg chg="del">
          <ac:chgData name="Nguyen Tran Nguyen Hanh" userId="S::nguyentnh5@fpt.com::daedd0f1-c2f2-47e8-8330-353125a6fb4f" providerId="AD" clId="Web-{57E4AD87-61D4-ED5F-EE38-1D150D79DE7C}" dt="2024-12-09T10:38:16.216" v="35"/>
          <ac:spMkLst>
            <pc:docMk/>
            <pc:sldMk cId="161652601" sldId="347"/>
            <ac:spMk id="3" creationId="{DAC5AA59-6B41-CD83-6049-BC4E3DD5D9DE}"/>
          </ac:spMkLst>
        </pc:spChg>
        <pc:spChg chg="del">
          <ac:chgData name="Nguyen Tran Nguyen Hanh" userId="S::nguyentnh5@fpt.com::daedd0f1-c2f2-47e8-8330-353125a6fb4f" providerId="AD" clId="Web-{57E4AD87-61D4-ED5F-EE38-1D150D79DE7C}" dt="2024-12-09T10:38:16.216" v="34"/>
          <ac:spMkLst>
            <pc:docMk/>
            <pc:sldMk cId="161652601" sldId="347"/>
            <ac:spMk id="4" creationId="{6BC3D13B-A327-D6C2-200D-13018F663411}"/>
          </ac:spMkLst>
        </pc:spChg>
        <pc:spChg chg="del">
          <ac:chgData name="Nguyen Tran Nguyen Hanh" userId="S::nguyentnh5@fpt.com::daedd0f1-c2f2-47e8-8330-353125a6fb4f" providerId="AD" clId="Web-{57E4AD87-61D4-ED5F-EE38-1D150D79DE7C}" dt="2024-12-09T10:38:16.216" v="33"/>
          <ac:spMkLst>
            <pc:docMk/>
            <pc:sldMk cId="161652601" sldId="347"/>
            <ac:spMk id="7" creationId="{B2BCFD7B-7F7D-1172-172F-48C2BC8E48F3}"/>
          </ac:spMkLst>
        </pc:spChg>
        <pc:spChg chg="mod">
          <ac:chgData name="Nguyen Tran Nguyen Hanh" userId="S::nguyentnh5@fpt.com::daedd0f1-c2f2-47e8-8330-353125a6fb4f" providerId="AD" clId="Web-{57E4AD87-61D4-ED5F-EE38-1D150D79DE7C}" dt="2024-12-09T10:38:11.809" v="26" actId="20577"/>
          <ac:spMkLst>
            <pc:docMk/>
            <pc:sldMk cId="161652601" sldId="347"/>
            <ac:spMk id="24" creationId="{A9395F47-184C-230B-CFE6-573E7D06DC42}"/>
          </ac:spMkLst>
        </pc:spChg>
        <pc:spChg chg="del">
          <ac:chgData name="Nguyen Tran Nguyen Hanh" userId="S::nguyentnh5@fpt.com::daedd0f1-c2f2-47e8-8330-353125a6fb4f" providerId="AD" clId="Web-{57E4AD87-61D4-ED5F-EE38-1D150D79DE7C}" dt="2024-12-09T10:38:16.216" v="43"/>
          <ac:spMkLst>
            <pc:docMk/>
            <pc:sldMk cId="161652601" sldId="347"/>
            <ac:spMk id="26" creationId="{00000000-0000-0000-0000-000000000000}"/>
          </ac:spMkLst>
        </pc:spChg>
        <pc:grpChg chg="del">
          <ac:chgData name="Nguyen Tran Nguyen Hanh" userId="S::nguyentnh5@fpt.com::daedd0f1-c2f2-47e8-8330-353125a6fb4f" providerId="AD" clId="Web-{57E4AD87-61D4-ED5F-EE38-1D150D79DE7C}" dt="2024-12-09T10:38:16.216" v="38"/>
          <ac:grpSpMkLst>
            <pc:docMk/>
            <pc:sldMk cId="161652601" sldId="347"/>
            <ac:grpSpMk id="10" creationId="{00000000-0000-0000-0000-000000000000}"/>
          </ac:grpSpMkLst>
        </pc:grpChg>
        <pc:picChg chg="del">
          <ac:chgData name="Nguyen Tran Nguyen Hanh" userId="S::nguyentnh5@fpt.com::daedd0f1-c2f2-47e8-8330-353125a6fb4f" providerId="AD" clId="Web-{57E4AD87-61D4-ED5F-EE38-1D150D79DE7C}" dt="2024-12-09T10:38:16.216" v="40"/>
          <ac:picMkLst>
            <pc:docMk/>
            <pc:sldMk cId="161652601" sldId="347"/>
            <ac:picMk id="5" creationId="{00000000-0000-0000-0000-000000000000}"/>
          </ac:picMkLst>
        </pc:picChg>
        <pc:picChg chg="del">
          <ac:chgData name="Nguyen Tran Nguyen Hanh" userId="S::nguyentnh5@fpt.com::daedd0f1-c2f2-47e8-8330-353125a6fb4f" providerId="AD" clId="Web-{57E4AD87-61D4-ED5F-EE38-1D150D79DE7C}" dt="2024-12-09T10:38:16.216" v="39"/>
          <ac:picMkLst>
            <pc:docMk/>
            <pc:sldMk cId="161652601" sldId="347"/>
            <ac:picMk id="6" creationId="{00000000-0000-0000-0000-000000000000}"/>
          </ac:picMkLst>
        </pc:picChg>
        <pc:picChg chg="del">
          <ac:chgData name="Nguyen Tran Nguyen Hanh" userId="S::nguyentnh5@fpt.com::daedd0f1-c2f2-47e8-8330-353125a6fb4f" providerId="AD" clId="Web-{57E4AD87-61D4-ED5F-EE38-1D150D79DE7C}" dt="2024-12-09T10:38:16.216" v="37"/>
          <ac:picMkLst>
            <pc:docMk/>
            <pc:sldMk cId="161652601" sldId="347"/>
            <ac:picMk id="11" creationId="{00000000-0000-0000-0000-000000000000}"/>
          </ac:picMkLst>
        </pc:picChg>
        <pc:picChg chg="del">
          <ac:chgData name="Nguyen Tran Nguyen Hanh" userId="S::nguyentnh5@fpt.com::daedd0f1-c2f2-47e8-8330-353125a6fb4f" providerId="AD" clId="Web-{57E4AD87-61D4-ED5F-EE38-1D150D79DE7C}" dt="2024-12-09T10:38:16.216" v="30"/>
          <ac:picMkLst>
            <pc:docMk/>
            <pc:sldMk cId="161652601" sldId="347"/>
            <ac:picMk id="14" creationId="{00BCAAAD-7D39-8664-2224-AF83B76F477D}"/>
          </ac:picMkLst>
        </pc:picChg>
        <pc:picChg chg="del">
          <ac:chgData name="Nguyen Tran Nguyen Hanh" userId="S::nguyentnh5@fpt.com::daedd0f1-c2f2-47e8-8330-353125a6fb4f" providerId="AD" clId="Web-{57E4AD87-61D4-ED5F-EE38-1D150D79DE7C}" dt="2024-12-09T10:38:16.216" v="29"/>
          <ac:picMkLst>
            <pc:docMk/>
            <pc:sldMk cId="161652601" sldId="347"/>
            <ac:picMk id="15" creationId="{DCF88E87-0AFB-AE42-48C0-34D6BC260B3B}"/>
          </ac:picMkLst>
        </pc:picChg>
        <pc:picChg chg="del">
          <ac:chgData name="Nguyen Tran Nguyen Hanh" userId="S::nguyentnh5@fpt.com::daedd0f1-c2f2-47e8-8330-353125a6fb4f" providerId="AD" clId="Web-{57E4AD87-61D4-ED5F-EE38-1D150D79DE7C}" dt="2024-12-09T10:38:16.216" v="28"/>
          <ac:picMkLst>
            <pc:docMk/>
            <pc:sldMk cId="161652601" sldId="347"/>
            <ac:picMk id="17" creationId="{8720942C-A70C-B35A-DECE-ABD9ADD53CB8}"/>
          </ac:picMkLst>
        </pc:picChg>
        <pc:picChg chg="del">
          <ac:chgData name="Nguyen Tran Nguyen Hanh" userId="S::nguyentnh5@fpt.com::daedd0f1-c2f2-47e8-8330-353125a6fb4f" providerId="AD" clId="Web-{57E4AD87-61D4-ED5F-EE38-1D150D79DE7C}" dt="2024-12-09T10:38:16.216" v="27"/>
          <ac:picMkLst>
            <pc:docMk/>
            <pc:sldMk cId="161652601" sldId="347"/>
            <ac:picMk id="18" creationId="{BAFAE003-2C45-F4B3-6BFB-8AD276EA1072}"/>
          </ac:picMkLst>
        </pc:picChg>
        <pc:picChg chg="add del mod modCrop">
          <ac:chgData name="Nguyen Tran Nguyen Hanh" userId="S::nguyentnh5@fpt.com::daedd0f1-c2f2-47e8-8330-353125a6fb4f" providerId="AD" clId="Web-{57E4AD87-61D4-ED5F-EE38-1D150D79DE7C}" dt="2024-12-09T10:38:46.091" v="47"/>
          <ac:picMkLst>
            <pc:docMk/>
            <pc:sldMk cId="161652601" sldId="347"/>
            <ac:picMk id="20" creationId="{E26BFFD6-62C0-D59B-E5F3-3042FCCD0D45}"/>
          </ac:picMkLst>
        </pc:picChg>
        <pc:cxnChg chg="del">
          <ac:chgData name="Nguyen Tran Nguyen Hanh" userId="S::nguyentnh5@fpt.com::daedd0f1-c2f2-47e8-8330-353125a6fb4f" providerId="AD" clId="Web-{57E4AD87-61D4-ED5F-EE38-1D150D79DE7C}" dt="2024-12-09T10:38:16.216" v="42"/>
          <ac:cxnSpMkLst>
            <pc:docMk/>
            <pc:sldMk cId="161652601" sldId="347"/>
            <ac:cxnSpMk id="8" creationId="{00000000-0000-0000-0000-000000000000}"/>
          </ac:cxnSpMkLst>
        </pc:cxnChg>
        <pc:cxnChg chg="del">
          <ac:chgData name="Nguyen Tran Nguyen Hanh" userId="S::nguyentnh5@fpt.com::daedd0f1-c2f2-47e8-8330-353125a6fb4f" providerId="AD" clId="Web-{57E4AD87-61D4-ED5F-EE38-1D150D79DE7C}" dt="2024-12-09T10:38:16.216" v="32"/>
          <ac:cxnSpMkLst>
            <pc:docMk/>
            <pc:sldMk cId="161652601" sldId="347"/>
            <ac:cxnSpMk id="12" creationId="{9A786186-A1AD-EB79-3F54-8A06B927110D}"/>
          </ac:cxnSpMkLst>
        </pc:cxnChg>
        <pc:cxnChg chg="del">
          <ac:chgData name="Nguyen Tran Nguyen Hanh" userId="S::nguyentnh5@fpt.com::daedd0f1-c2f2-47e8-8330-353125a6fb4f" providerId="AD" clId="Web-{57E4AD87-61D4-ED5F-EE38-1D150D79DE7C}" dt="2024-12-09T10:38:16.216" v="31"/>
          <ac:cxnSpMkLst>
            <pc:docMk/>
            <pc:sldMk cId="161652601" sldId="347"/>
            <ac:cxnSpMk id="13" creationId="{93D4F28E-6617-0E71-9521-A19F9769DD57}"/>
          </ac:cxnSpMkLst>
        </pc:cxnChg>
        <pc:cxnChg chg="del">
          <ac:chgData name="Nguyen Tran Nguyen Hanh" userId="S::nguyentnh5@fpt.com::daedd0f1-c2f2-47e8-8330-353125a6fb4f" providerId="AD" clId="Web-{57E4AD87-61D4-ED5F-EE38-1D150D79DE7C}" dt="2024-12-09T10:38:16.216" v="41"/>
          <ac:cxnSpMkLst>
            <pc:docMk/>
            <pc:sldMk cId="161652601" sldId="347"/>
            <ac:cxnSpMk id="19" creationId="{00000000-0000-0000-0000-000000000000}"/>
          </ac:cxnSpMkLst>
        </pc:cxnChg>
      </pc:sldChg>
    </pc:docChg>
  </pc:docChgLst>
  <pc:docChgLst>
    <pc:chgData name="Tien Nguyen Thi Cam" userId="S::tienntc17@fpt.com::7104dab8-a60f-43d5-8f64-feb6de84d09f" providerId="AD" clId="Web-{1BAA324D-12CD-B02E-B4BA-1C96850C1481}"/>
    <pc:docChg chg="modSld">
      <pc:chgData name="Tien Nguyen Thi Cam" userId="S::tienntc17@fpt.com::7104dab8-a60f-43d5-8f64-feb6de84d09f" providerId="AD" clId="Web-{1BAA324D-12CD-B02E-B4BA-1C96850C1481}" dt="2024-12-17T07:51:41.994" v="2" actId="20577"/>
      <pc:docMkLst>
        <pc:docMk/>
      </pc:docMkLst>
      <pc:sldChg chg="modSp">
        <pc:chgData name="Tien Nguyen Thi Cam" userId="S::tienntc17@fpt.com::7104dab8-a60f-43d5-8f64-feb6de84d09f" providerId="AD" clId="Web-{1BAA324D-12CD-B02E-B4BA-1C96850C1481}" dt="2024-12-17T07:51:41.994" v="2" actId="20577"/>
        <pc:sldMkLst>
          <pc:docMk/>
          <pc:sldMk cId="1897992191" sldId="353"/>
        </pc:sldMkLst>
        <pc:spChg chg="mod">
          <ac:chgData name="Tien Nguyen Thi Cam" userId="S::tienntc17@fpt.com::7104dab8-a60f-43d5-8f64-feb6de84d09f" providerId="AD" clId="Web-{1BAA324D-12CD-B02E-B4BA-1C96850C1481}" dt="2024-12-17T07:51:41.994" v="2" actId="20577"/>
          <ac:spMkLst>
            <pc:docMk/>
            <pc:sldMk cId="1897992191" sldId="353"/>
            <ac:spMk id="7" creationId="{42908AEE-F19A-4C4A-8FB5-6255997EE138}"/>
          </ac:spMkLst>
        </pc:spChg>
      </pc:sldChg>
    </pc:docChg>
  </pc:docChgLst>
  <pc:docChgLst>
    <pc:chgData name="Nguyen Tran Nguyen Hanh" userId="daedd0f1-c2f2-47e8-8330-353125a6fb4f" providerId="ADAL" clId="{FD5E1491-7818-4B1C-87FA-62BEF28BA754}"/>
    <pc:docChg chg="undo custSel addSld delSld modSld sldOrd modMainMaster">
      <pc:chgData name="Nguyen Tran Nguyen Hanh" userId="daedd0f1-c2f2-47e8-8330-353125a6fb4f" providerId="ADAL" clId="{FD5E1491-7818-4B1C-87FA-62BEF28BA754}" dt="2024-12-23T05:00:02.781" v="6005"/>
      <pc:docMkLst>
        <pc:docMk/>
      </pc:docMkLst>
      <pc:sldChg chg="addSp delSp modSp mod chgLayout">
        <pc:chgData name="Nguyen Tran Nguyen Hanh" userId="daedd0f1-c2f2-47e8-8330-353125a6fb4f" providerId="ADAL" clId="{FD5E1491-7818-4B1C-87FA-62BEF28BA754}" dt="2024-12-23T03:11:46.607" v="3876" actId="20577"/>
        <pc:sldMkLst>
          <pc:docMk/>
          <pc:sldMk cId="3602833018" sldId="301"/>
        </pc:sldMkLst>
        <pc:spChg chg="add del mod">
          <ac:chgData name="Nguyen Tran Nguyen Hanh" userId="daedd0f1-c2f2-47e8-8330-353125a6fb4f" providerId="ADAL" clId="{FD5E1491-7818-4B1C-87FA-62BEF28BA754}" dt="2024-12-17T03:51:24.621" v="3591" actId="21"/>
          <ac:spMkLst>
            <pc:docMk/>
            <pc:sldMk cId="3602833018" sldId="301"/>
            <ac:spMk id="2" creationId="{8AE1CDE3-14AD-445C-BC35-242F66B6A38D}"/>
          </ac:spMkLst>
        </pc:spChg>
        <pc:spChg chg="mod">
          <ac:chgData name="Nguyen Tran Nguyen Hanh" userId="daedd0f1-c2f2-47e8-8330-353125a6fb4f" providerId="ADAL" clId="{FD5E1491-7818-4B1C-87FA-62BEF28BA754}" dt="2024-12-23T03:11:46.607" v="3876" actId="20577"/>
          <ac:spMkLst>
            <pc:docMk/>
            <pc:sldMk cId="3602833018" sldId="301"/>
            <ac:spMk id="3" creationId="{9CBB4F0E-67D4-D300-3B44-651CC1BBE4E3}"/>
          </ac:spMkLst>
        </pc:spChg>
      </pc:sldChg>
      <pc:sldChg chg="mod modClrScheme modCm chgLayout">
        <pc:chgData name="Nguyen Tran Nguyen Hanh" userId="daedd0f1-c2f2-47e8-8330-353125a6fb4f" providerId="ADAL" clId="{FD5E1491-7818-4B1C-87FA-62BEF28BA754}" dt="2024-12-17T07:47:30.268" v="3832"/>
        <pc:sldMkLst>
          <pc:docMk/>
          <pc:sldMk cId="2283074762" sldId="302"/>
        </pc:sldMkLst>
      </pc:sldChg>
      <pc:sldChg chg="modSp mod">
        <pc:chgData name="Nguyen Tran Nguyen Hanh" userId="daedd0f1-c2f2-47e8-8330-353125a6fb4f" providerId="ADAL" clId="{FD5E1491-7818-4B1C-87FA-62BEF28BA754}" dt="2024-12-10T10:39:01.481" v="1919" actId="2710"/>
        <pc:sldMkLst>
          <pc:docMk/>
          <pc:sldMk cId="3112222543" sldId="305"/>
        </pc:sldMkLst>
        <pc:graphicFrameChg chg="mod modGraphic">
          <ac:chgData name="Nguyen Tran Nguyen Hanh" userId="daedd0f1-c2f2-47e8-8330-353125a6fb4f" providerId="ADAL" clId="{FD5E1491-7818-4B1C-87FA-62BEF28BA754}" dt="2024-12-10T10:39:01.481" v="1919" actId="2710"/>
          <ac:graphicFrameMkLst>
            <pc:docMk/>
            <pc:sldMk cId="3112222543" sldId="305"/>
            <ac:graphicFrameMk id="3" creationId="{43568D03-719A-5734-19CD-6C66E9B188D6}"/>
          </ac:graphicFrameMkLst>
        </pc:graphicFrameChg>
      </pc:sldChg>
      <pc:sldChg chg="addSp delSp modSp mod">
        <pc:chgData name="Nguyen Tran Nguyen Hanh" userId="daedd0f1-c2f2-47e8-8330-353125a6fb4f" providerId="ADAL" clId="{FD5E1491-7818-4B1C-87FA-62BEF28BA754}" dt="2024-12-10T09:15:35.150" v="502" actId="1035"/>
        <pc:sldMkLst>
          <pc:docMk/>
          <pc:sldMk cId="887368081" sldId="306"/>
        </pc:sldMkLst>
        <pc:spChg chg="add del">
          <ac:chgData name="Nguyen Tran Nguyen Hanh" userId="daedd0f1-c2f2-47e8-8330-353125a6fb4f" providerId="ADAL" clId="{FD5E1491-7818-4B1C-87FA-62BEF28BA754}" dt="2024-12-10T09:15:06.075" v="470" actId="478"/>
          <ac:spMkLst>
            <pc:docMk/>
            <pc:sldMk cId="887368081" sldId="306"/>
            <ac:spMk id="9" creationId="{EBF4163D-86A4-9BF3-C950-E59288DF0BEE}"/>
          </ac:spMkLst>
        </pc:spChg>
        <pc:spChg chg="mod">
          <ac:chgData name="Nguyen Tran Nguyen Hanh" userId="daedd0f1-c2f2-47e8-8330-353125a6fb4f" providerId="ADAL" clId="{FD5E1491-7818-4B1C-87FA-62BEF28BA754}" dt="2024-12-10T09:15:35.150" v="502" actId="1035"/>
          <ac:spMkLst>
            <pc:docMk/>
            <pc:sldMk cId="887368081" sldId="306"/>
            <ac:spMk id="11" creationId="{82570474-2727-5C80-5B86-3B9D14F765DC}"/>
          </ac:spMkLst>
        </pc:spChg>
        <pc:spChg chg="mod">
          <ac:chgData name="Nguyen Tran Nguyen Hanh" userId="daedd0f1-c2f2-47e8-8330-353125a6fb4f" providerId="ADAL" clId="{FD5E1491-7818-4B1C-87FA-62BEF28BA754}" dt="2024-12-10T09:15:35.150" v="502" actId="1035"/>
          <ac:spMkLst>
            <pc:docMk/>
            <pc:sldMk cId="887368081" sldId="306"/>
            <ac:spMk id="12" creationId="{856ABF50-64B5-0C2B-BB89-018F1D606B32}"/>
          </ac:spMkLst>
        </pc:spChg>
        <pc:picChg chg="del">
          <ac:chgData name="Nguyen Tran Nguyen Hanh" userId="daedd0f1-c2f2-47e8-8330-353125a6fb4f" providerId="ADAL" clId="{FD5E1491-7818-4B1C-87FA-62BEF28BA754}" dt="2024-12-10T09:15:07.646" v="471" actId="478"/>
          <ac:picMkLst>
            <pc:docMk/>
            <pc:sldMk cId="887368081" sldId="306"/>
            <ac:picMk id="2" creationId="{22F62DE3-D4E5-8FCA-DEB1-1A0EC5077387}"/>
          </ac:picMkLst>
        </pc:picChg>
        <pc:picChg chg="del">
          <ac:chgData name="Nguyen Tran Nguyen Hanh" userId="daedd0f1-c2f2-47e8-8330-353125a6fb4f" providerId="ADAL" clId="{FD5E1491-7818-4B1C-87FA-62BEF28BA754}" dt="2024-12-10T09:15:03.165" v="468" actId="478"/>
          <ac:picMkLst>
            <pc:docMk/>
            <pc:sldMk cId="887368081" sldId="306"/>
            <ac:picMk id="3" creationId="{D77EDE3C-92C1-8843-0C0F-CAE0E0222591}"/>
          </ac:picMkLst>
        </pc:picChg>
        <pc:picChg chg="add del mod">
          <ac:chgData name="Nguyen Tran Nguyen Hanh" userId="daedd0f1-c2f2-47e8-8330-353125a6fb4f" providerId="ADAL" clId="{FD5E1491-7818-4B1C-87FA-62BEF28BA754}" dt="2024-12-10T09:15:12.038" v="474" actId="478"/>
          <ac:picMkLst>
            <pc:docMk/>
            <pc:sldMk cId="887368081" sldId="306"/>
            <ac:picMk id="10" creationId="{342FB1DE-EEC6-48B7-A348-CDE2C54A43F8}"/>
          </ac:picMkLst>
        </pc:picChg>
        <pc:picChg chg="add mod">
          <ac:chgData name="Nguyen Tran Nguyen Hanh" userId="daedd0f1-c2f2-47e8-8330-353125a6fb4f" providerId="ADAL" clId="{FD5E1491-7818-4B1C-87FA-62BEF28BA754}" dt="2024-12-10T09:15:23.918" v="476" actId="1076"/>
          <ac:picMkLst>
            <pc:docMk/>
            <pc:sldMk cId="887368081" sldId="306"/>
            <ac:picMk id="13" creationId="{1B0B4419-6056-42FA-8105-28C3D14F0B66}"/>
          </ac:picMkLst>
        </pc:picChg>
      </pc:sldChg>
      <pc:sldChg chg="delSp mod">
        <pc:chgData name="Nguyen Tran Nguyen Hanh" userId="daedd0f1-c2f2-47e8-8330-353125a6fb4f" providerId="ADAL" clId="{FD5E1491-7818-4B1C-87FA-62BEF28BA754}" dt="2024-12-10T09:37:11.149" v="551" actId="478"/>
        <pc:sldMkLst>
          <pc:docMk/>
          <pc:sldMk cId="4103830441" sldId="307"/>
        </pc:sldMkLst>
        <pc:spChg chg="del">
          <ac:chgData name="Nguyen Tran Nguyen Hanh" userId="daedd0f1-c2f2-47e8-8330-353125a6fb4f" providerId="ADAL" clId="{FD5E1491-7818-4B1C-87FA-62BEF28BA754}" dt="2024-12-10T09:37:11.149" v="551" actId="478"/>
          <ac:spMkLst>
            <pc:docMk/>
            <pc:sldMk cId="4103830441" sldId="307"/>
            <ac:spMk id="3" creationId="{4754F5B2-54B9-43BC-BE78-7D6AF623026A}"/>
          </ac:spMkLst>
        </pc:spChg>
      </pc:sldChg>
      <pc:sldChg chg="addSp delSp modSp mod modClrScheme chgLayout">
        <pc:chgData name="Nguyen Tran Nguyen Hanh" userId="daedd0f1-c2f2-47e8-8330-353125a6fb4f" providerId="ADAL" clId="{FD5E1491-7818-4B1C-87FA-62BEF28BA754}" dt="2024-12-23T04:48:57.483" v="4817" actId="1076"/>
        <pc:sldMkLst>
          <pc:docMk/>
          <pc:sldMk cId="2794579880" sldId="308"/>
        </pc:sldMkLst>
        <pc:picChg chg="del">
          <ac:chgData name="Nguyen Tran Nguyen Hanh" userId="daedd0f1-c2f2-47e8-8330-353125a6fb4f" providerId="ADAL" clId="{FD5E1491-7818-4B1C-87FA-62BEF28BA754}" dt="2024-12-23T04:48:41.615" v="4812" actId="478"/>
          <ac:picMkLst>
            <pc:docMk/>
            <pc:sldMk cId="2794579880" sldId="308"/>
            <ac:picMk id="3" creationId="{5DE9EABE-894C-D2F2-BB61-827B734B7913}"/>
          </ac:picMkLst>
        </pc:picChg>
        <pc:picChg chg="add mod">
          <ac:chgData name="Nguyen Tran Nguyen Hanh" userId="daedd0f1-c2f2-47e8-8330-353125a6fb4f" providerId="ADAL" clId="{FD5E1491-7818-4B1C-87FA-62BEF28BA754}" dt="2024-12-23T04:48:57.483" v="4817" actId="1076"/>
          <ac:picMkLst>
            <pc:docMk/>
            <pc:sldMk cId="2794579880" sldId="308"/>
            <ac:picMk id="6" creationId="{B98B84F9-14B0-4A2A-AB72-6D3EE00ECB52}"/>
          </ac:picMkLst>
        </pc:picChg>
      </pc:sldChg>
      <pc:sldChg chg="delSp modSp mod">
        <pc:chgData name="Nguyen Tran Nguyen Hanh" userId="daedd0f1-c2f2-47e8-8330-353125a6fb4f" providerId="ADAL" clId="{FD5E1491-7818-4B1C-87FA-62BEF28BA754}" dt="2024-12-17T07:46:58.218" v="3828" actId="20577"/>
        <pc:sldMkLst>
          <pc:docMk/>
          <pc:sldMk cId="968477751" sldId="311"/>
        </pc:sldMkLst>
        <pc:spChg chg="del">
          <ac:chgData name="Nguyen Tran Nguyen Hanh" userId="daedd0f1-c2f2-47e8-8330-353125a6fb4f" providerId="ADAL" clId="{FD5E1491-7818-4B1C-87FA-62BEF28BA754}" dt="2024-12-10T09:37:17.566" v="552" actId="478"/>
          <ac:spMkLst>
            <pc:docMk/>
            <pc:sldMk cId="968477751" sldId="311"/>
            <ac:spMk id="2" creationId="{56F81793-5EF0-4471-83D0-24CD78AB6A8A}"/>
          </ac:spMkLst>
        </pc:spChg>
        <pc:spChg chg="mod">
          <ac:chgData name="Nguyen Tran Nguyen Hanh" userId="daedd0f1-c2f2-47e8-8330-353125a6fb4f" providerId="ADAL" clId="{FD5E1491-7818-4B1C-87FA-62BEF28BA754}" dt="2024-12-17T07:46:58.218" v="3828" actId="20577"/>
          <ac:spMkLst>
            <pc:docMk/>
            <pc:sldMk cId="968477751" sldId="311"/>
            <ac:spMk id="24" creationId="{A9395F47-184C-230B-CFE6-573E7D06DC42}"/>
          </ac:spMkLst>
        </pc:spChg>
      </pc:sldChg>
      <pc:sldChg chg="addSp delSp modSp mod">
        <pc:chgData name="Nguyen Tran Nguyen Hanh" userId="daedd0f1-c2f2-47e8-8330-353125a6fb4f" providerId="ADAL" clId="{FD5E1491-7818-4B1C-87FA-62BEF28BA754}" dt="2024-12-23T04:59:59.563" v="6004" actId="21"/>
        <pc:sldMkLst>
          <pc:docMk/>
          <pc:sldMk cId="1195098770" sldId="312"/>
        </pc:sldMkLst>
        <pc:spChg chg="add del mod">
          <ac:chgData name="Nguyen Tran Nguyen Hanh" userId="daedd0f1-c2f2-47e8-8330-353125a6fb4f" providerId="ADAL" clId="{FD5E1491-7818-4B1C-87FA-62BEF28BA754}" dt="2024-12-23T04:59:59.563" v="6004" actId="21"/>
          <ac:spMkLst>
            <pc:docMk/>
            <pc:sldMk cId="1195098770" sldId="312"/>
            <ac:spMk id="15" creationId="{92292456-11D8-4C54-A7A2-07F7CC4FDCD8}"/>
          </ac:spMkLst>
        </pc:spChg>
        <pc:spChg chg="add mod">
          <ac:chgData name="Nguyen Tran Nguyen Hanh" userId="daedd0f1-c2f2-47e8-8330-353125a6fb4f" providerId="ADAL" clId="{FD5E1491-7818-4B1C-87FA-62BEF28BA754}" dt="2024-12-17T07:59:29.436" v="3875" actId="1076"/>
          <ac:spMkLst>
            <pc:docMk/>
            <pc:sldMk cId="1195098770" sldId="312"/>
            <ac:spMk id="20" creationId="{23F6E81A-23F5-46B0-A3D7-35324ABD617D}"/>
          </ac:spMkLst>
        </pc:spChg>
        <pc:spChg chg="mod">
          <ac:chgData name="Nguyen Tran Nguyen Hanh" userId="daedd0f1-c2f2-47e8-8330-353125a6fb4f" providerId="ADAL" clId="{FD5E1491-7818-4B1C-87FA-62BEF28BA754}" dt="2024-12-17T07:42:35.809" v="3792" actId="20577"/>
          <ac:spMkLst>
            <pc:docMk/>
            <pc:sldMk cId="1195098770" sldId="312"/>
            <ac:spMk id="29" creationId="{5EB09F73-EE95-CC36-8EB3-941856A20613}"/>
          </ac:spMkLst>
        </pc:spChg>
        <pc:spChg chg="mod">
          <ac:chgData name="Nguyen Tran Nguyen Hanh" userId="daedd0f1-c2f2-47e8-8330-353125a6fb4f" providerId="ADAL" clId="{FD5E1491-7818-4B1C-87FA-62BEF28BA754}" dt="2024-12-17T07:42:17.532" v="3790" actId="207"/>
          <ac:spMkLst>
            <pc:docMk/>
            <pc:sldMk cId="1195098770" sldId="312"/>
            <ac:spMk id="30" creationId="{5B6A909F-511C-8DA7-6219-046BCA6EC5A0}"/>
          </ac:spMkLst>
        </pc:spChg>
        <pc:spChg chg="del">
          <ac:chgData name="Nguyen Tran Nguyen Hanh" userId="daedd0f1-c2f2-47e8-8330-353125a6fb4f" providerId="ADAL" clId="{FD5E1491-7818-4B1C-87FA-62BEF28BA754}" dt="2024-12-17T07:39:13.520" v="3598" actId="478"/>
          <ac:spMkLst>
            <pc:docMk/>
            <pc:sldMk cId="1195098770" sldId="312"/>
            <ac:spMk id="35" creationId="{D6BB3418-3CAC-A6F2-0A8C-154081A7D2CA}"/>
          </ac:spMkLst>
        </pc:spChg>
        <pc:spChg chg="mod">
          <ac:chgData name="Nguyen Tran Nguyen Hanh" userId="daedd0f1-c2f2-47e8-8330-353125a6fb4f" providerId="ADAL" clId="{FD5E1491-7818-4B1C-87FA-62BEF28BA754}" dt="2024-12-17T07:47:09.478" v="3830" actId="20577"/>
          <ac:spMkLst>
            <pc:docMk/>
            <pc:sldMk cId="1195098770" sldId="312"/>
            <ac:spMk id="41" creationId="{EAA77AE2-889D-A62E-2122-7F8A4EDE7657}"/>
          </ac:spMkLst>
        </pc:spChg>
        <pc:grpChg chg="mod">
          <ac:chgData name="Nguyen Tran Nguyen Hanh" userId="daedd0f1-c2f2-47e8-8330-353125a6fb4f" providerId="ADAL" clId="{FD5E1491-7818-4B1C-87FA-62BEF28BA754}" dt="2024-12-17T07:41:42.475" v="3754"/>
          <ac:grpSpMkLst>
            <pc:docMk/>
            <pc:sldMk cId="1195098770" sldId="312"/>
            <ac:grpSpMk id="28" creationId="{4CCFA802-BBBC-9BDB-1623-249DD798C502}"/>
          </ac:grpSpMkLst>
        </pc:grpChg>
        <pc:picChg chg="add mod">
          <ac:chgData name="Nguyen Tran Nguyen Hanh" userId="daedd0f1-c2f2-47e8-8330-353125a6fb4f" providerId="ADAL" clId="{FD5E1491-7818-4B1C-87FA-62BEF28BA754}" dt="2024-12-17T07:59:13.715" v="3871" actId="408"/>
          <ac:picMkLst>
            <pc:docMk/>
            <pc:sldMk cId="1195098770" sldId="312"/>
            <ac:picMk id="3" creationId="{2CF55086-EC02-435B-980F-E1014918263C}"/>
          </ac:picMkLst>
        </pc:picChg>
        <pc:picChg chg="add mod">
          <ac:chgData name="Nguyen Tran Nguyen Hanh" userId="daedd0f1-c2f2-47e8-8330-353125a6fb4f" providerId="ADAL" clId="{FD5E1491-7818-4B1C-87FA-62BEF28BA754}" dt="2024-12-17T07:59:13.715" v="3871" actId="408"/>
          <ac:picMkLst>
            <pc:docMk/>
            <pc:sldMk cId="1195098770" sldId="312"/>
            <ac:picMk id="4" creationId="{AF110B52-2639-46F9-90B4-FC3F07514C58}"/>
          </ac:picMkLst>
        </pc:picChg>
        <pc:picChg chg="add mod">
          <ac:chgData name="Nguyen Tran Nguyen Hanh" userId="daedd0f1-c2f2-47e8-8330-353125a6fb4f" providerId="ADAL" clId="{FD5E1491-7818-4B1C-87FA-62BEF28BA754}" dt="2024-12-17T07:59:11.421" v="3870" actId="12789"/>
          <ac:picMkLst>
            <pc:docMk/>
            <pc:sldMk cId="1195098770" sldId="312"/>
            <ac:picMk id="5" creationId="{B1EE675D-D9EF-4D48-BBDE-14D28C0F6044}"/>
          </ac:picMkLst>
        </pc:picChg>
        <pc:picChg chg="add mod">
          <ac:chgData name="Nguyen Tran Nguyen Hanh" userId="daedd0f1-c2f2-47e8-8330-353125a6fb4f" providerId="ADAL" clId="{FD5E1491-7818-4B1C-87FA-62BEF28BA754}" dt="2024-12-17T07:59:11.421" v="3870" actId="12789"/>
          <ac:picMkLst>
            <pc:docMk/>
            <pc:sldMk cId="1195098770" sldId="312"/>
            <ac:picMk id="9" creationId="{4C577261-4CCA-494A-806A-240FE23E96DB}"/>
          </ac:picMkLst>
        </pc:picChg>
        <pc:picChg chg="del mod">
          <ac:chgData name="Nguyen Tran Nguyen Hanh" userId="daedd0f1-c2f2-47e8-8330-353125a6fb4f" providerId="ADAL" clId="{FD5E1491-7818-4B1C-87FA-62BEF28BA754}" dt="2024-12-17T07:58:18.338" v="3865" actId="478"/>
          <ac:picMkLst>
            <pc:docMk/>
            <pc:sldMk cId="1195098770" sldId="312"/>
            <ac:picMk id="31" creationId="{86256882-7EC9-5F5B-6EED-BC4FD31CFCA5}"/>
          </ac:picMkLst>
        </pc:picChg>
        <pc:picChg chg="del">
          <ac:chgData name="Nguyen Tran Nguyen Hanh" userId="daedd0f1-c2f2-47e8-8330-353125a6fb4f" providerId="ADAL" clId="{FD5E1491-7818-4B1C-87FA-62BEF28BA754}" dt="2024-12-13T04:20:11.675" v="1926" actId="478"/>
          <ac:picMkLst>
            <pc:docMk/>
            <pc:sldMk cId="1195098770" sldId="312"/>
            <ac:picMk id="32" creationId="{9E965DEA-9ABB-A774-88B8-488C679869B3}"/>
          </ac:picMkLst>
        </pc:picChg>
        <pc:picChg chg="del">
          <ac:chgData name="Nguyen Tran Nguyen Hanh" userId="daedd0f1-c2f2-47e8-8330-353125a6fb4f" providerId="ADAL" clId="{FD5E1491-7818-4B1C-87FA-62BEF28BA754}" dt="2024-12-13T04:21:19.410" v="1935" actId="478"/>
          <ac:picMkLst>
            <pc:docMk/>
            <pc:sldMk cId="1195098770" sldId="312"/>
            <ac:picMk id="36" creationId="{E9635448-F422-5D62-B5C4-4D2F84DDBEAC}"/>
          </ac:picMkLst>
        </pc:picChg>
        <pc:picChg chg="del">
          <ac:chgData name="Nguyen Tran Nguyen Hanh" userId="daedd0f1-c2f2-47e8-8330-353125a6fb4f" providerId="ADAL" clId="{FD5E1491-7818-4B1C-87FA-62BEF28BA754}" dt="2024-12-17T07:39:09.076" v="3597" actId="478"/>
          <ac:picMkLst>
            <pc:docMk/>
            <pc:sldMk cId="1195098770" sldId="312"/>
            <ac:picMk id="37" creationId="{106C9944-67B8-BBDD-C3D9-82F606E1D587}"/>
          </ac:picMkLst>
        </pc:picChg>
        <pc:cxnChg chg="mod">
          <ac:chgData name="Nguyen Tran Nguyen Hanh" userId="daedd0f1-c2f2-47e8-8330-353125a6fb4f" providerId="ADAL" clId="{FD5E1491-7818-4B1C-87FA-62BEF28BA754}" dt="2024-12-17T07:58:18.338" v="3865" actId="478"/>
          <ac:cxnSpMkLst>
            <pc:docMk/>
            <pc:sldMk cId="1195098770" sldId="312"/>
            <ac:cxnSpMk id="33" creationId="{70BB8508-4D32-F11B-8F93-60341A8BB220}"/>
          </ac:cxnSpMkLst>
        </pc:cxnChg>
        <pc:cxnChg chg="mod">
          <ac:chgData name="Nguyen Tran Nguyen Hanh" userId="daedd0f1-c2f2-47e8-8330-353125a6fb4f" providerId="ADAL" clId="{FD5E1491-7818-4B1C-87FA-62BEF28BA754}" dt="2024-12-17T07:59:26.757" v="3874" actId="1076"/>
          <ac:cxnSpMkLst>
            <pc:docMk/>
            <pc:sldMk cId="1195098770" sldId="312"/>
            <ac:cxnSpMk id="34" creationId="{BD33ACB3-D798-FE37-2EB7-541843843374}"/>
          </ac:cxnSpMkLst>
        </pc:cxnChg>
        <pc:cxnChg chg="mod">
          <ac:chgData name="Nguyen Tran Nguyen Hanh" userId="daedd0f1-c2f2-47e8-8330-353125a6fb4f" providerId="ADAL" clId="{FD5E1491-7818-4B1C-87FA-62BEF28BA754}" dt="2024-12-17T07:41:42.475" v="3754"/>
          <ac:cxnSpMkLst>
            <pc:docMk/>
            <pc:sldMk cId="1195098770" sldId="312"/>
            <ac:cxnSpMk id="38" creationId="{85B343FE-E714-644C-7A20-E42353466D3C}"/>
          </ac:cxnSpMkLst>
        </pc:cxnChg>
      </pc:sldChg>
      <pc:sldChg chg="modSp mod">
        <pc:chgData name="Nguyen Tran Nguyen Hanh" userId="daedd0f1-c2f2-47e8-8330-353125a6fb4f" providerId="ADAL" clId="{FD5E1491-7818-4B1C-87FA-62BEF28BA754}" dt="2024-12-13T04:36:50.203" v="1985" actId="1076"/>
        <pc:sldMkLst>
          <pc:docMk/>
          <pc:sldMk cId="2618603547" sldId="314"/>
        </pc:sldMkLst>
        <pc:picChg chg="mod">
          <ac:chgData name="Nguyen Tran Nguyen Hanh" userId="daedd0f1-c2f2-47e8-8330-353125a6fb4f" providerId="ADAL" clId="{FD5E1491-7818-4B1C-87FA-62BEF28BA754}" dt="2024-12-13T04:34:53.761" v="1980" actId="1076"/>
          <ac:picMkLst>
            <pc:docMk/>
            <pc:sldMk cId="2618603547" sldId="314"/>
            <ac:picMk id="3" creationId="{00000000-0000-0000-0000-000000000000}"/>
          </ac:picMkLst>
        </pc:picChg>
        <pc:picChg chg="mod">
          <ac:chgData name="Nguyen Tran Nguyen Hanh" userId="daedd0f1-c2f2-47e8-8330-353125a6fb4f" providerId="ADAL" clId="{FD5E1491-7818-4B1C-87FA-62BEF28BA754}" dt="2024-12-13T04:34:50.834" v="1979" actId="1076"/>
          <ac:picMkLst>
            <pc:docMk/>
            <pc:sldMk cId="2618603547" sldId="314"/>
            <ac:picMk id="4" creationId="{00000000-0000-0000-0000-000000000000}"/>
          </ac:picMkLst>
        </pc:picChg>
        <pc:picChg chg="mod">
          <ac:chgData name="Nguyen Tran Nguyen Hanh" userId="daedd0f1-c2f2-47e8-8330-353125a6fb4f" providerId="ADAL" clId="{FD5E1491-7818-4B1C-87FA-62BEF28BA754}" dt="2024-12-13T04:36:50.203" v="1985" actId="1076"/>
          <ac:picMkLst>
            <pc:docMk/>
            <pc:sldMk cId="2618603547" sldId="314"/>
            <ac:picMk id="5" creationId="{00000000-0000-0000-0000-000000000000}"/>
          </ac:picMkLst>
        </pc:picChg>
      </pc:sldChg>
      <pc:sldChg chg="addSp delSp modSp mod">
        <pc:chgData name="Nguyen Tran Nguyen Hanh" userId="daedd0f1-c2f2-47e8-8330-353125a6fb4f" providerId="ADAL" clId="{FD5E1491-7818-4B1C-87FA-62BEF28BA754}" dt="2024-12-10T09:37:26.549" v="553" actId="478"/>
        <pc:sldMkLst>
          <pc:docMk/>
          <pc:sldMk cId="285504051" sldId="318"/>
        </pc:sldMkLst>
        <pc:spChg chg="del">
          <ac:chgData name="Nguyen Tran Nguyen Hanh" userId="daedd0f1-c2f2-47e8-8330-353125a6fb4f" providerId="ADAL" clId="{FD5E1491-7818-4B1C-87FA-62BEF28BA754}" dt="2024-12-10T09:37:26.549" v="553" actId="478"/>
          <ac:spMkLst>
            <pc:docMk/>
            <pc:sldMk cId="285504051" sldId="318"/>
            <ac:spMk id="4" creationId="{F18DD109-BE67-4C89-8898-F12D3B562830}"/>
          </ac:spMkLst>
        </pc:spChg>
        <pc:picChg chg="del">
          <ac:chgData name="Nguyen Tran Nguyen Hanh" userId="daedd0f1-c2f2-47e8-8330-353125a6fb4f" providerId="ADAL" clId="{FD5E1491-7818-4B1C-87FA-62BEF28BA754}" dt="2024-12-10T09:14:48.480" v="464" actId="478"/>
          <ac:picMkLst>
            <pc:docMk/>
            <pc:sldMk cId="285504051" sldId="318"/>
            <ac:picMk id="2" creationId="{3B73AA5D-8CB1-28C2-C22F-FE3931AE54CC}"/>
          </ac:picMkLst>
        </pc:picChg>
        <pc:picChg chg="del">
          <ac:chgData name="Nguyen Tran Nguyen Hanh" userId="daedd0f1-c2f2-47e8-8330-353125a6fb4f" providerId="ADAL" clId="{FD5E1491-7818-4B1C-87FA-62BEF28BA754}" dt="2024-12-10T09:14:47.730" v="463" actId="478"/>
          <ac:picMkLst>
            <pc:docMk/>
            <pc:sldMk cId="285504051" sldId="318"/>
            <ac:picMk id="3" creationId="{3060D8B2-8F4D-DD8C-BC62-DACD3517C39D}"/>
          </ac:picMkLst>
        </pc:picChg>
        <pc:picChg chg="add mod">
          <ac:chgData name="Nguyen Tran Nguyen Hanh" userId="daedd0f1-c2f2-47e8-8330-353125a6fb4f" providerId="ADAL" clId="{FD5E1491-7818-4B1C-87FA-62BEF28BA754}" dt="2024-12-10T09:14:55.638" v="467" actId="14100"/>
          <ac:picMkLst>
            <pc:docMk/>
            <pc:sldMk cId="285504051" sldId="318"/>
            <ac:picMk id="10" creationId="{3A7F5E6A-E09B-4BF0-9079-723417FEA0E1}"/>
          </ac:picMkLst>
        </pc:picChg>
      </pc:sldChg>
      <pc:sldChg chg="delSp modSp mod">
        <pc:chgData name="Nguyen Tran Nguyen Hanh" userId="daedd0f1-c2f2-47e8-8330-353125a6fb4f" providerId="ADAL" clId="{FD5E1491-7818-4B1C-87FA-62BEF28BA754}" dt="2024-12-10T09:37:31.885" v="554" actId="478"/>
        <pc:sldMkLst>
          <pc:docMk/>
          <pc:sldMk cId="3581386475" sldId="319"/>
        </pc:sldMkLst>
        <pc:spChg chg="del">
          <ac:chgData name="Nguyen Tran Nguyen Hanh" userId="daedd0f1-c2f2-47e8-8330-353125a6fb4f" providerId="ADAL" clId="{FD5E1491-7818-4B1C-87FA-62BEF28BA754}" dt="2024-12-10T09:37:31.885" v="554" actId="478"/>
          <ac:spMkLst>
            <pc:docMk/>
            <pc:sldMk cId="3581386475" sldId="319"/>
            <ac:spMk id="20" creationId="{4A9666E7-8A6C-474C-B43A-AFB3C91A3095}"/>
          </ac:spMkLst>
        </pc:spChg>
        <pc:spChg chg="mod">
          <ac:chgData name="Nguyen Tran Nguyen Hanh" userId="daedd0f1-c2f2-47e8-8330-353125a6fb4f" providerId="ADAL" clId="{FD5E1491-7818-4B1C-87FA-62BEF28BA754}" dt="2024-12-10T09:12:41.245" v="412" actId="20577"/>
          <ac:spMkLst>
            <pc:docMk/>
            <pc:sldMk cId="3581386475" sldId="319"/>
            <ac:spMk id="24" creationId="{A9395F47-184C-230B-CFE6-573E7D06DC42}"/>
          </ac:spMkLst>
        </pc:spChg>
      </pc:sldChg>
      <pc:sldChg chg="modSp mod">
        <pc:chgData name="Nguyen Tran Nguyen Hanh" userId="daedd0f1-c2f2-47e8-8330-353125a6fb4f" providerId="ADAL" clId="{FD5E1491-7818-4B1C-87FA-62BEF28BA754}" dt="2024-12-17T03:04:05.311" v="2013" actId="1035"/>
        <pc:sldMkLst>
          <pc:docMk/>
          <pc:sldMk cId="3348778192" sldId="320"/>
        </pc:sldMkLst>
        <pc:spChg chg="mod">
          <ac:chgData name="Nguyen Tran Nguyen Hanh" userId="daedd0f1-c2f2-47e8-8330-353125a6fb4f" providerId="ADAL" clId="{FD5E1491-7818-4B1C-87FA-62BEF28BA754}" dt="2024-12-17T03:03:58.767" v="2009" actId="20577"/>
          <ac:spMkLst>
            <pc:docMk/>
            <pc:sldMk cId="3348778192" sldId="320"/>
            <ac:spMk id="16" creationId="{00000000-0000-0000-0000-000000000000}"/>
          </ac:spMkLst>
        </pc:spChg>
        <pc:spChg chg="mod">
          <ac:chgData name="Nguyen Tran Nguyen Hanh" userId="daedd0f1-c2f2-47e8-8330-353125a6fb4f" providerId="ADAL" clId="{FD5E1491-7818-4B1C-87FA-62BEF28BA754}" dt="2024-12-10T10:21:48.741" v="637" actId="20577"/>
          <ac:spMkLst>
            <pc:docMk/>
            <pc:sldMk cId="3348778192" sldId="320"/>
            <ac:spMk id="27" creationId="{00000000-0000-0000-0000-000000000000}"/>
          </ac:spMkLst>
        </pc:spChg>
        <pc:spChg chg="mod">
          <ac:chgData name="Nguyen Tran Nguyen Hanh" userId="daedd0f1-c2f2-47e8-8330-353125a6fb4f" providerId="ADAL" clId="{FD5E1491-7818-4B1C-87FA-62BEF28BA754}" dt="2024-12-10T09:13:08.411" v="430" actId="20577"/>
          <ac:spMkLst>
            <pc:docMk/>
            <pc:sldMk cId="3348778192" sldId="320"/>
            <ac:spMk id="48" creationId="{A9395F47-184C-230B-CFE6-573E7D06DC42}"/>
          </ac:spMkLst>
        </pc:spChg>
        <pc:picChg chg="mod">
          <ac:chgData name="Nguyen Tran Nguyen Hanh" userId="daedd0f1-c2f2-47e8-8330-353125a6fb4f" providerId="ADAL" clId="{FD5E1491-7818-4B1C-87FA-62BEF28BA754}" dt="2024-12-17T03:04:05.311" v="2013" actId="1035"/>
          <ac:picMkLst>
            <pc:docMk/>
            <pc:sldMk cId="3348778192" sldId="320"/>
            <ac:picMk id="18" creationId="{00000000-0000-0000-0000-000000000000}"/>
          </ac:picMkLst>
        </pc:picChg>
      </pc:sldChg>
      <pc:sldChg chg="addSp modSp mod">
        <pc:chgData name="Nguyen Tran Nguyen Hanh" userId="daedd0f1-c2f2-47e8-8330-353125a6fb4f" providerId="ADAL" clId="{FD5E1491-7818-4B1C-87FA-62BEF28BA754}" dt="2024-12-10T07:30:10.111" v="240" actId="1076"/>
        <pc:sldMkLst>
          <pc:docMk/>
          <pc:sldMk cId="1527803194" sldId="325"/>
        </pc:sldMkLst>
        <pc:spChg chg="mod">
          <ac:chgData name="Nguyen Tran Nguyen Hanh" userId="daedd0f1-c2f2-47e8-8330-353125a6fb4f" providerId="ADAL" clId="{FD5E1491-7818-4B1C-87FA-62BEF28BA754}" dt="2024-12-10T07:30:10.111" v="240" actId="1076"/>
          <ac:spMkLst>
            <pc:docMk/>
            <pc:sldMk cId="1527803194" sldId="325"/>
            <ac:spMk id="16" creationId="{00000000-0000-0000-0000-000000000000}"/>
          </ac:spMkLst>
        </pc:spChg>
        <pc:spChg chg="mod">
          <ac:chgData name="Nguyen Tran Nguyen Hanh" userId="daedd0f1-c2f2-47e8-8330-353125a6fb4f" providerId="ADAL" clId="{FD5E1491-7818-4B1C-87FA-62BEF28BA754}" dt="2024-12-10T07:30:10.111" v="240" actId="1076"/>
          <ac:spMkLst>
            <pc:docMk/>
            <pc:sldMk cId="1527803194" sldId="325"/>
            <ac:spMk id="26" creationId="{00000000-0000-0000-0000-000000000000}"/>
          </ac:spMkLst>
        </pc:spChg>
        <pc:picChg chg="mod">
          <ac:chgData name="Nguyen Tran Nguyen Hanh" userId="daedd0f1-c2f2-47e8-8330-353125a6fb4f" providerId="ADAL" clId="{FD5E1491-7818-4B1C-87FA-62BEF28BA754}" dt="2024-12-10T07:30:10.111" v="240" actId="1076"/>
          <ac:picMkLst>
            <pc:docMk/>
            <pc:sldMk cId="1527803194" sldId="325"/>
            <ac:picMk id="6" creationId="{F05A5780-1706-9F83-74E3-6AB5F507D87E}"/>
          </ac:picMkLst>
        </pc:picChg>
        <pc:picChg chg="mod">
          <ac:chgData name="Nguyen Tran Nguyen Hanh" userId="daedd0f1-c2f2-47e8-8330-353125a6fb4f" providerId="ADAL" clId="{FD5E1491-7818-4B1C-87FA-62BEF28BA754}" dt="2024-12-10T07:30:10.111" v="240" actId="1076"/>
          <ac:picMkLst>
            <pc:docMk/>
            <pc:sldMk cId="1527803194" sldId="325"/>
            <ac:picMk id="10" creationId="{915B2272-DEA1-BC4D-AAAA-A839B454880C}"/>
          </ac:picMkLst>
        </pc:picChg>
        <pc:cxnChg chg="mod">
          <ac:chgData name="Nguyen Tran Nguyen Hanh" userId="daedd0f1-c2f2-47e8-8330-353125a6fb4f" providerId="ADAL" clId="{FD5E1491-7818-4B1C-87FA-62BEF28BA754}" dt="2024-12-10T07:30:10.111" v="240" actId="1076"/>
          <ac:cxnSpMkLst>
            <pc:docMk/>
            <pc:sldMk cId="1527803194" sldId="325"/>
            <ac:cxnSpMk id="8" creationId="{00000000-0000-0000-0000-000000000000}"/>
          </ac:cxnSpMkLst>
        </pc:cxnChg>
        <pc:cxnChg chg="add mod">
          <ac:chgData name="Nguyen Tran Nguyen Hanh" userId="daedd0f1-c2f2-47e8-8330-353125a6fb4f" providerId="ADAL" clId="{FD5E1491-7818-4B1C-87FA-62BEF28BA754}" dt="2024-12-10T07:30:10.111" v="240" actId="1076"/>
          <ac:cxnSpMkLst>
            <pc:docMk/>
            <pc:sldMk cId="1527803194" sldId="325"/>
            <ac:cxnSpMk id="9" creationId="{FA067E7C-A81B-4B0A-B082-C5763B9BF2E5}"/>
          </ac:cxnSpMkLst>
        </pc:cxnChg>
      </pc:sldChg>
      <pc:sldChg chg="modSp mod">
        <pc:chgData name="Nguyen Tran Nguyen Hanh" userId="daedd0f1-c2f2-47e8-8330-353125a6fb4f" providerId="ADAL" clId="{FD5E1491-7818-4B1C-87FA-62BEF28BA754}" dt="2024-12-13T04:31:16.237" v="1944" actId="1076"/>
        <pc:sldMkLst>
          <pc:docMk/>
          <pc:sldMk cId="386620864" sldId="326"/>
        </pc:sldMkLst>
        <pc:spChg chg="mod">
          <ac:chgData name="Nguyen Tran Nguyen Hanh" userId="daedd0f1-c2f2-47e8-8330-353125a6fb4f" providerId="ADAL" clId="{FD5E1491-7818-4B1C-87FA-62BEF28BA754}" dt="2024-12-13T04:31:16.237" v="1944" actId="1076"/>
          <ac:spMkLst>
            <pc:docMk/>
            <pc:sldMk cId="386620864" sldId="326"/>
            <ac:spMk id="48" creationId="{A9395F47-184C-230B-CFE6-573E7D06DC42}"/>
          </ac:spMkLst>
        </pc:spChg>
        <pc:picChg chg="mod">
          <ac:chgData name="Nguyen Tran Nguyen Hanh" userId="daedd0f1-c2f2-47e8-8330-353125a6fb4f" providerId="ADAL" clId="{FD5E1491-7818-4B1C-87FA-62BEF28BA754}" dt="2024-12-13T04:30:11.496" v="1942" actId="14100"/>
          <ac:picMkLst>
            <pc:docMk/>
            <pc:sldMk cId="386620864" sldId="326"/>
            <ac:picMk id="2" creationId="{82E7B9C8-6C68-DF1E-11A8-1410557CD385}"/>
          </ac:picMkLst>
        </pc:picChg>
        <pc:picChg chg="mod">
          <ac:chgData name="Nguyen Tran Nguyen Hanh" userId="daedd0f1-c2f2-47e8-8330-353125a6fb4f" providerId="ADAL" clId="{FD5E1491-7818-4B1C-87FA-62BEF28BA754}" dt="2024-12-13T04:30:07.494" v="1941" actId="14100"/>
          <ac:picMkLst>
            <pc:docMk/>
            <pc:sldMk cId="386620864" sldId="326"/>
            <ac:picMk id="3" creationId="{A03112D3-059E-EB00-5847-9B4370931BFB}"/>
          </ac:picMkLst>
        </pc:picChg>
        <pc:picChg chg="mod">
          <ac:chgData name="Nguyen Tran Nguyen Hanh" userId="daedd0f1-c2f2-47e8-8330-353125a6fb4f" providerId="ADAL" clId="{FD5E1491-7818-4B1C-87FA-62BEF28BA754}" dt="2024-12-13T04:30:15.126" v="1943" actId="14100"/>
          <ac:picMkLst>
            <pc:docMk/>
            <pc:sldMk cId="386620864" sldId="326"/>
            <ac:picMk id="4" creationId="{D35A12EA-AB18-77D6-E784-8465D0433184}"/>
          </ac:picMkLst>
        </pc:picChg>
      </pc:sldChg>
      <pc:sldChg chg="addSp modSp mod">
        <pc:chgData name="Nguyen Tran Nguyen Hanh" userId="daedd0f1-c2f2-47e8-8330-353125a6fb4f" providerId="ADAL" clId="{FD5E1491-7818-4B1C-87FA-62BEF28BA754}" dt="2024-12-10T07:47:08.480" v="294" actId="1076"/>
        <pc:sldMkLst>
          <pc:docMk/>
          <pc:sldMk cId="565082757" sldId="327"/>
        </pc:sldMkLst>
        <pc:spChg chg="mod">
          <ac:chgData name="Nguyen Tran Nguyen Hanh" userId="daedd0f1-c2f2-47e8-8330-353125a6fb4f" providerId="ADAL" clId="{FD5E1491-7818-4B1C-87FA-62BEF28BA754}" dt="2024-12-10T07:47:00.068" v="292" actId="1076"/>
          <ac:spMkLst>
            <pc:docMk/>
            <pc:sldMk cId="565082757" sldId="327"/>
            <ac:spMk id="16" creationId="{00000000-0000-0000-0000-000000000000}"/>
          </ac:spMkLst>
        </pc:spChg>
        <pc:spChg chg="mod">
          <ac:chgData name="Nguyen Tran Nguyen Hanh" userId="daedd0f1-c2f2-47e8-8330-353125a6fb4f" providerId="ADAL" clId="{FD5E1491-7818-4B1C-87FA-62BEF28BA754}" dt="2024-12-10T07:47:08.480" v="294" actId="1076"/>
          <ac:spMkLst>
            <pc:docMk/>
            <pc:sldMk cId="565082757" sldId="327"/>
            <ac:spMk id="26" creationId="{00000000-0000-0000-0000-000000000000}"/>
          </ac:spMkLst>
        </pc:spChg>
        <pc:picChg chg="mod">
          <ac:chgData name="Nguyen Tran Nguyen Hanh" userId="daedd0f1-c2f2-47e8-8330-353125a6fb4f" providerId="ADAL" clId="{FD5E1491-7818-4B1C-87FA-62BEF28BA754}" dt="2024-12-10T07:46:19.588" v="278" actId="1076"/>
          <ac:picMkLst>
            <pc:docMk/>
            <pc:sldMk cId="565082757" sldId="327"/>
            <ac:picMk id="5" creationId="{24EF204D-9CAD-0E62-29C3-A5C0A035685A}"/>
          </ac:picMkLst>
        </pc:picChg>
        <pc:picChg chg="mod">
          <ac:chgData name="Nguyen Tran Nguyen Hanh" userId="daedd0f1-c2f2-47e8-8330-353125a6fb4f" providerId="ADAL" clId="{FD5E1491-7818-4B1C-87FA-62BEF28BA754}" dt="2024-12-10T07:46:19.588" v="278" actId="1076"/>
          <ac:picMkLst>
            <pc:docMk/>
            <pc:sldMk cId="565082757" sldId="327"/>
            <ac:picMk id="6" creationId="{D3BB77D1-3B51-48DC-7DDC-F61FD220F6CF}"/>
          </ac:picMkLst>
        </pc:picChg>
        <pc:picChg chg="add mod">
          <ac:chgData name="Nguyen Tran Nguyen Hanh" userId="daedd0f1-c2f2-47e8-8330-353125a6fb4f" providerId="ADAL" clId="{FD5E1491-7818-4B1C-87FA-62BEF28BA754}" dt="2024-12-10T07:47:05.444" v="293" actId="1076"/>
          <ac:picMkLst>
            <pc:docMk/>
            <pc:sldMk cId="565082757" sldId="327"/>
            <ac:picMk id="9" creationId="{C9CBB5B7-C661-4E0B-A80A-A44124B64EAF}"/>
          </ac:picMkLst>
        </pc:picChg>
        <pc:cxnChg chg="mod">
          <ac:chgData name="Nguyen Tran Nguyen Hanh" userId="daedd0f1-c2f2-47e8-8330-353125a6fb4f" providerId="ADAL" clId="{FD5E1491-7818-4B1C-87FA-62BEF28BA754}" dt="2024-12-10T07:46:19.588" v="278" actId="1076"/>
          <ac:cxnSpMkLst>
            <pc:docMk/>
            <pc:sldMk cId="565082757" sldId="327"/>
            <ac:cxnSpMk id="8" creationId="{00000000-0000-0000-0000-000000000000}"/>
          </ac:cxnSpMkLst>
        </pc:cxnChg>
      </pc:sldChg>
      <pc:sldChg chg="modSp mod">
        <pc:chgData name="Nguyen Tran Nguyen Hanh" userId="daedd0f1-c2f2-47e8-8330-353125a6fb4f" providerId="ADAL" clId="{FD5E1491-7818-4B1C-87FA-62BEF28BA754}" dt="2024-12-10T07:48:07.253" v="362" actId="1076"/>
        <pc:sldMkLst>
          <pc:docMk/>
          <pc:sldMk cId="3469877408" sldId="336"/>
        </pc:sldMkLst>
        <pc:spChg chg="mod">
          <ac:chgData name="Nguyen Tran Nguyen Hanh" userId="daedd0f1-c2f2-47e8-8330-353125a6fb4f" providerId="ADAL" clId="{FD5E1491-7818-4B1C-87FA-62BEF28BA754}" dt="2024-12-10T07:47:59.777" v="361" actId="1036"/>
          <ac:spMkLst>
            <pc:docMk/>
            <pc:sldMk cId="3469877408" sldId="336"/>
            <ac:spMk id="8" creationId="{9A20C679-456B-3151-CE87-49DD6A496634}"/>
          </ac:spMkLst>
        </pc:spChg>
        <pc:spChg chg="mod">
          <ac:chgData name="Nguyen Tran Nguyen Hanh" userId="daedd0f1-c2f2-47e8-8330-353125a6fb4f" providerId="ADAL" clId="{FD5E1491-7818-4B1C-87FA-62BEF28BA754}" dt="2024-12-10T07:47:34.812" v="337" actId="1036"/>
          <ac:spMkLst>
            <pc:docMk/>
            <pc:sldMk cId="3469877408" sldId="336"/>
            <ac:spMk id="16" creationId="{00000000-0000-0000-0000-000000000000}"/>
          </ac:spMkLst>
        </pc:spChg>
        <pc:cxnChg chg="mod">
          <ac:chgData name="Nguyen Tran Nguyen Hanh" userId="daedd0f1-c2f2-47e8-8330-353125a6fb4f" providerId="ADAL" clId="{FD5E1491-7818-4B1C-87FA-62BEF28BA754}" dt="2024-12-10T07:47:34.812" v="337" actId="1036"/>
          <ac:cxnSpMkLst>
            <pc:docMk/>
            <pc:sldMk cId="3469877408" sldId="336"/>
            <ac:cxnSpMk id="5" creationId="{95F1E3ED-FA89-7FB0-0E51-07B736E25157}"/>
          </ac:cxnSpMkLst>
        </pc:cxnChg>
        <pc:cxnChg chg="mod">
          <ac:chgData name="Nguyen Tran Nguyen Hanh" userId="daedd0f1-c2f2-47e8-8330-353125a6fb4f" providerId="ADAL" clId="{FD5E1491-7818-4B1C-87FA-62BEF28BA754}" dt="2024-12-10T07:48:07.253" v="362" actId="1076"/>
          <ac:cxnSpMkLst>
            <pc:docMk/>
            <pc:sldMk cId="3469877408" sldId="336"/>
            <ac:cxnSpMk id="7" creationId="{370F5FCB-9880-7D2B-ADE0-73614E150CBD}"/>
          </ac:cxnSpMkLst>
        </pc:cxnChg>
      </pc:sldChg>
      <pc:sldChg chg="addSp delSp modSp mod">
        <pc:chgData name="Nguyen Tran Nguyen Hanh" userId="daedd0f1-c2f2-47e8-8330-353125a6fb4f" providerId="ADAL" clId="{FD5E1491-7818-4B1C-87FA-62BEF28BA754}" dt="2024-12-10T07:45:25.517" v="273" actId="21"/>
        <pc:sldMkLst>
          <pc:docMk/>
          <pc:sldMk cId="379037896" sldId="337"/>
        </pc:sldMkLst>
        <pc:picChg chg="add del mod">
          <ac:chgData name="Nguyen Tran Nguyen Hanh" userId="daedd0f1-c2f2-47e8-8330-353125a6fb4f" providerId="ADAL" clId="{FD5E1491-7818-4B1C-87FA-62BEF28BA754}" dt="2024-12-10T07:45:25.517" v="273" actId="21"/>
          <ac:picMkLst>
            <pc:docMk/>
            <pc:sldMk cId="379037896" sldId="337"/>
            <ac:picMk id="6" creationId="{06333168-69D8-4DE7-BA67-C1BD551D3751}"/>
          </ac:picMkLst>
        </pc:picChg>
        <pc:cxnChg chg="add mod">
          <ac:chgData name="Nguyen Tran Nguyen Hanh" userId="daedd0f1-c2f2-47e8-8330-353125a6fb4f" providerId="ADAL" clId="{FD5E1491-7818-4B1C-87FA-62BEF28BA754}" dt="2024-12-10T07:39:24.478" v="268" actId="14100"/>
          <ac:cxnSpMkLst>
            <pc:docMk/>
            <pc:sldMk cId="379037896" sldId="337"/>
            <ac:cxnSpMk id="10" creationId="{BC8E6498-1150-4A74-BEF1-38A58ADFDF41}"/>
          </ac:cxnSpMkLst>
        </pc:cxnChg>
      </pc:sldChg>
      <pc:sldChg chg="modSp mod">
        <pc:chgData name="Nguyen Tran Nguyen Hanh" userId="daedd0f1-c2f2-47e8-8330-353125a6fb4f" providerId="ADAL" clId="{FD5E1491-7818-4B1C-87FA-62BEF28BA754}" dt="2024-12-10T07:38:58.399" v="265" actId="1076"/>
        <pc:sldMkLst>
          <pc:docMk/>
          <pc:sldMk cId="121694795" sldId="338"/>
        </pc:sldMkLst>
        <pc:spChg chg="mod">
          <ac:chgData name="Nguyen Tran Nguyen Hanh" userId="daedd0f1-c2f2-47e8-8330-353125a6fb4f" providerId="ADAL" clId="{FD5E1491-7818-4B1C-87FA-62BEF28BA754}" dt="2024-12-10T07:38:54.194" v="264" actId="1076"/>
          <ac:spMkLst>
            <pc:docMk/>
            <pc:sldMk cId="121694795" sldId="338"/>
            <ac:spMk id="8" creationId="{9A20C679-456B-3151-CE87-49DD6A496634}"/>
          </ac:spMkLst>
        </pc:spChg>
        <pc:spChg chg="mod">
          <ac:chgData name="Nguyen Tran Nguyen Hanh" userId="daedd0f1-c2f2-47e8-8330-353125a6fb4f" providerId="ADAL" clId="{FD5E1491-7818-4B1C-87FA-62BEF28BA754}" dt="2024-12-10T07:38:54.194" v="264" actId="1076"/>
          <ac:spMkLst>
            <pc:docMk/>
            <pc:sldMk cId="121694795" sldId="338"/>
            <ac:spMk id="9" creationId="{18C8A36D-3EF8-3258-0510-7B2FB83174C2}"/>
          </ac:spMkLst>
        </pc:spChg>
        <pc:spChg chg="mod">
          <ac:chgData name="Nguyen Tran Nguyen Hanh" userId="daedd0f1-c2f2-47e8-8330-353125a6fb4f" providerId="ADAL" clId="{FD5E1491-7818-4B1C-87FA-62BEF28BA754}" dt="2024-12-10T07:38:54.194" v="264" actId="1076"/>
          <ac:spMkLst>
            <pc:docMk/>
            <pc:sldMk cId="121694795" sldId="338"/>
            <ac:spMk id="16" creationId="{00000000-0000-0000-0000-000000000000}"/>
          </ac:spMkLst>
        </pc:spChg>
        <pc:picChg chg="mod">
          <ac:chgData name="Nguyen Tran Nguyen Hanh" userId="daedd0f1-c2f2-47e8-8330-353125a6fb4f" providerId="ADAL" clId="{FD5E1491-7818-4B1C-87FA-62BEF28BA754}" dt="2024-12-10T07:38:54.194" v="264" actId="1076"/>
          <ac:picMkLst>
            <pc:docMk/>
            <pc:sldMk cId="121694795" sldId="338"/>
            <ac:picMk id="2" creationId="{296709C0-C255-6DE3-FC5D-F449FC5B8B6B}"/>
          </ac:picMkLst>
        </pc:picChg>
        <pc:picChg chg="mod">
          <ac:chgData name="Nguyen Tran Nguyen Hanh" userId="daedd0f1-c2f2-47e8-8330-353125a6fb4f" providerId="ADAL" clId="{FD5E1491-7818-4B1C-87FA-62BEF28BA754}" dt="2024-12-10T07:38:58.399" v="265" actId="1076"/>
          <ac:picMkLst>
            <pc:docMk/>
            <pc:sldMk cId="121694795" sldId="338"/>
            <ac:picMk id="3" creationId="{574B98E2-5A5D-68D0-C6E0-0540324646EC}"/>
          </ac:picMkLst>
        </pc:picChg>
        <pc:cxnChg chg="mod">
          <ac:chgData name="Nguyen Tran Nguyen Hanh" userId="daedd0f1-c2f2-47e8-8330-353125a6fb4f" providerId="ADAL" clId="{FD5E1491-7818-4B1C-87FA-62BEF28BA754}" dt="2024-12-10T07:38:54.194" v="264" actId="1076"/>
          <ac:cxnSpMkLst>
            <pc:docMk/>
            <pc:sldMk cId="121694795" sldId="338"/>
            <ac:cxnSpMk id="5" creationId="{95F1E3ED-FA89-7FB0-0E51-07B736E25157}"/>
          </ac:cxnSpMkLst>
        </pc:cxnChg>
      </pc:sldChg>
      <pc:sldChg chg="modSp mod">
        <pc:chgData name="Nguyen Tran Nguyen Hanh" userId="daedd0f1-c2f2-47e8-8330-353125a6fb4f" providerId="ADAL" clId="{FD5E1491-7818-4B1C-87FA-62BEF28BA754}" dt="2024-12-10T07:29:07.832" v="235" actId="14100"/>
        <pc:sldMkLst>
          <pc:docMk/>
          <pc:sldMk cId="2778607638" sldId="339"/>
        </pc:sldMkLst>
        <pc:spChg chg="mod">
          <ac:chgData name="Nguyen Tran Nguyen Hanh" userId="daedd0f1-c2f2-47e8-8330-353125a6fb4f" providerId="ADAL" clId="{FD5E1491-7818-4B1C-87FA-62BEF28BA754}" dt="2024-12-10T07:29:07.832" v="235" actId="14100"/>
          <ac:spMkLst>
            <pc:docMk/>
            <pc:sldMk cId="2778607638" sldId="339"/>
            <ac:spMk id="11" creationId="{80C84E21-0E44-83B1-C19C-894C2E0B7738}"/>
          </ac:spMkLst>
        </pc:spChg>
      </pc:sldChg>
      <pc:sldChg chg="modSp mod">
        <pc:chgData name="Nguyen Tran Nguyen Hanh" userId="daedd0f1-c2f2-47e8-8330-353125a6fb4f" providerId="ADAL" clId="{FD5E1491-7818-4B1C-87FA-62BEF28BA754}" dt="2024-12-17T07:46:30.857" v="3817" actId="1076"/>
        <pc:sldMkLst>
          <pc:docMk/>
          <pc:sldMk cId="2715585580" sldId="344"/>
        </pc:sldMkLst>
        <pc:spChg chg="mod">
          <ac:chgData name="Nguyen Tran Nguyen Hanh" userId="daedd0f1-c2f2-47e8-8330-353125a6fb4f" providerId="ADAL" clId="{FD5E1491-7818-4B1C-87FA-62BEF28BA754}" dt="2024-12-17T07:46:30.857" v="3817" actId="1076"/>
          <ac:spMkLst>
            <pc:docMk/>
            <pc:sldMk cId="2715585580" sldId="344"/>
            <ac:spMk id="41" creationId="{EAA77AE2-889D-A62E-2122-7F8A4EDE7657}"/>
          </ac:spMkLst>
        </pc:spChg>
      </pc:sldChg>
      <pc:sldChg chg="modSp mod">
        <pc:chgData name="Nguyen Tran Nguyen Hanh" userId="daedd0f1-c2f2-47e8-8330-353125a6fb4f" providerId="ADAL" clId="{FD5E1491-7818-4B1C-87FA-62BEF28BA754}" dt="2024-12-10T07:28:21.282" v="234" actId="1076"/>
        <pc:sldMkLst>
          <pc:docMk/>
          <pc:sldMk cId="3429333390" sldId="345"/>
        </pc:sldMkLst>
        <pc:spChg chg="mod">
          <ac:chgData name="Nguyen Tran Nguyen Hanh" userId="daedd0f1-c2f2-47e8-8330-353125a6fb4f" providerId="ADAL" clId="{FD5E1491-7818-4B1C-87FA-62BEF28BA754}" dt="2024-12-10T07:28:21.282" v="234" actId="1076"/>
          <ac:spMkLst>
            <pc:docMk/>
            <pc:sldMk cId="3429333390" sldId="345"/>
            <ac:spMk id="8" creationId="{9A20C679-456B-3151-CE87-49DD6A496634}"/>
          </ac:spMkLst>
        </pc:spChg>
        <pc:spChg chg="mod">
          <ac:chgData name="Nguyen Tran Nguyen Hanh" userId="daedd0f1-c2f2-47e8-8330-353125a6fb4f" providerId="ADAL" clId="{FD5E1491-7818-4B1C-87FA-62BEF28BA754}" dt="2024-12-10T07:28:21.282" v="234" actId="1076"/>
          <ac:spMkLst>
            <pc:docMk/>
            <pc:sldMk cId="3429333390" sldId="345"/>
            <ac:spMk id="9" creationId="{18C8A36D-3EF8-3258-0510-7B2FB83174C2}"/>
          </ac:spMkLst>
        </pc:spChg>
        <pc:spChg chg="mod">
          <ac:chgData name="Nguyen Tran Nguyen Hanh" userId="daedd0f1-c2f2-47e8-8330-353125a6fb4f" providerId="ADAL" clId="{FD5E1491-7818-4B1C-87FA-62BEF28BA754}" dt="2024-12-10T07:28:21.282" v="234" actId="1076"/>
          <ac:spMkLst>
            <pc:docMk/>
            <pc:sldMk cId="3429333390" sldId="345"/>
            <ac:spMk id="11" creationId="{80C84E21-0E44-83B1-C19C-894C2E0B7738}"/>
          </ac:spMkLst>
        </pc:spChg>
        <pc:spChg chg="mod">
          <ac:chgData name="Nguyen Tran Nguyen Hanh" userId="daedd0f1-c2f2-47e8-8330-353125a6fb4f" providerId="ADAL" clId="{FD5E1491-7818-4B1C-87FA-62BEF28BA754}" dt="2024-12-10T07:28:21.282" v="234" actId="1076"/>
          <ac:spMkLst>
            <pc:docMk/>
            <pc:sldMk cId="3429333390" sldId="345"/>
            <ac:spMk id="16" creationId="{00000000-0000-0000-0000-000000000000}"/>
          </ac:spMkLst>
        </pc:spChg>
        <pc:picChg chg="mod">
          <ac:chgData name="Nguyen Tran Nguyen Hanh" userId="daedd0f1-c2f2-47e8-8330-353125a6fb4f" providerId="ADAL" clId="{FD5E1491-7818-4B1C-87FA-62BEF28BA754}" dt="2024-12-10T07:28:21.282" v="234" actId="1076"/>
          <ac:picMkLst>
            <pc:docMk/>
            <pc:sldMk cId="3429333390" sldId="345"/>
            <ac:picMk id="3" creationId="{BFF7FFF6-E27D-3124-62F4-C71BC0B0BEA2}"/>
          </ac:picMkLst>
        </pc:picChg>
        <pc:picChg chg="mod">
          <ac:chgData name="Nguyen Tran Nguyen Hanh" userId="daedd0f1-c2f2-47e8-8330-353125a6fb4f" providerId="ADAL" clId="{FD5E1491-7818-4B1C-87FA-62BEF28BA754}" dt="2024-12-10T07:28:21.282" v="234" actId="1076"/>
          <ac:picMkLst>
            <pc:docMk/>
            <pc:sldMk cId="3429333390" sldId="345"/>
            <ac:picMk id="4" creationId="{F4EB65E0-64D1-65CC-A314-4C02BC0983AA}"/>
          </ac:picMkLst>
        </pc:picChg>
        <pc:picChg chg="mod">
          <ac:chgData name="Nguyen Tran Nguyen Hanh" userId="daedd0f1-c2f2-47e8-8330-353125a6fb4f" providerId="ADAL" clId="{FD5E1491-7818-4B1C-87FA-62BEF28BA754}" dt="2024-12-10T07:28:21.282" v="234" actId="1076"/>
          <ac:picMkLst>
            <pc:docMk/>
            <pc:sldMk cId="3429333390" sldId="345"/>
            <ac:picMk id="15" creationId="{5DB1A1E2-D7EC-72D3-B809-FA3C6D48FC60}"/>
          </ac:picMkLst>
        </pc:picChg>
        <pc:cxnChg chg="mod">
          <ac:chgData name="Nguyen Tran Nguyen Hanh" userId="daedd0f1-c2f2-47e8-8330-353125a6fb4f" providerId="ADAL" clId="{FD5E1491-7818-4B1C-87FA-62BEF28BA754}" dt="2024-12-10T07:28:21.282" v="234" actId="1076"/>
          <ac:cxnSpMkLst>
            <pc:docMk/>
            <pc:sldMk cId="3429333390" sldId="345"/>
            <ac:cxnSpMk id="2" creationId="{EDD427AC-8E1A-1187-D87D-D84EEC041725}"/>
          </ac:cxnSpMkLst>
        </pc:cxnChg>
        <pc:cxnChg chg="mod">
          <ac:chgData name="Nguyen Tran Nguyen Hanh" userId="daedd0f1-c2f2-47e8-8330-353125a6fb4f" providerId="ADAL" clId="{FD5E1491-7818-4B1C-87FA-62BEF28BA754}" dt="2024-12-10T07:28:21.282" v="234" actId="1076"/>
          <ac:cxnSpMkLst>
            <pc:docMk/>
            <pc:sldMk cId="3429333390" sldId="345"/>
            <ac:cxnSpMk id="5" creationId="{95F1E3ED-FA89-7FB0-0E51-07B736E25157}"/>
          </ac:cxnSpMkLst>
        </pc:cxnChg>
      </pc:sldChg>
      <pc:sldChg chg="modSp mod">
        <pc:chgData name="Nguyen Tran Nguyen Hanh" userId="daedd0f1-c2f2-47e8-8330-353125a6fb4f" providerId="ADAL" clId="{FD5E1491-7818-4B1C-87FA-62BEF28BA754}" dt="2024-12-10T07:28:09.212" v="233" actId="1035"/>
        <pc:sldMkLst>
          <pc:docMk/>
          <pc:sldMk cId="1260750490" sldId="346"/>
        </pc:sldMkLst>
        <pc:spChg chg="mod">
          <ac:chgData name="Nguyen Tran Nguyen Hanh" userId="daedd0f1-c2f2-47e8-8330-353125a6fb4f" providerId="ADAL" clId="{FD5E1491-7818-4B1C-87FA-62BEF28BA754}" dt="2024-12-10T07:28:09.212" v="233" actId="1035"/>
          <ac:spMkLst>
            <pc:docMk/>
            <pc:sldMk cId="1260750490" sldId="346"/>
            <ac:spMk id="8" creationId="{E8FF19A3-6565-6DFC-7300-3306C8EDC674}"/>
          </ac:spMkLst>
        </pc:spChg>
        <pc:spChg chg="mod">
          <ac:chgData name="Nguyen Tran Nguyen Hanh" userId="daedd0f1-c2f2-47e8-8330-353125a6fb4f" providerId="ADAL" clId="{FD5E1491-7818-4B1C-87FA-62BEF28BA754}" dt="2024-12-10T07:28:09.212" v="233" actId="1035"/>
          <ac:spMkLst>
            <pc:docMk/>
            <pc:sldMk cId="1260750490" sldId="346"/>
            <ac:spMk id="9" creationId="{F6F00E1B-60F5-5B78-0BB8-D41E3682EF5B}"/>
          </ac:spMkLst>
        </pc:spChg>
        <pc:spChg chg="mod">
          <ac:chgData name="Nguyen Tran Nguyen Hanh" userId="daedd0f1-c2f2-47e8-8330-353125a6fb4f" providerId="ADAL" clId="{FD5E1491-7818-4B1C-87FA-62BEF28BA754}" dt="2024-12-10T07:28:09.212" v="233" actId="1035"/>
          <ac:spMkLst>
            <pc:docMk/>
            <pc:sldMk cId="1260750490" sldId="346"/>
            <ac:spMk id="20" creationId="{500C05A9-E6F2-0E7C-70D1-FE5B33849196}"/>
          </ac:spMkLst>
        </pc:spChg>
        <pc:spChg chg="mod">
          <ac:chgData name="Nguyen Tran Nguyen Hanh" userId="daedd0f1-c2f2-47e8-8330-353125a6fb4f" providerId="ADAL" clId="{FD5E1491-7818-4B1C-87FA-62BEF28BA754}" dt="2024-12-10T07:28:09.212" v="233" actId="1035"/>
          <ac:spMkLst>
            <pc:docMk/>
            <pc:sldMk cId="1260750490" sldId="346"/>
            <ac:spMk id="21" creationId="{54663D80-5F04-E6F3-866B-E4A3F543492F}"/>
          </ac:spMkLst>
        </pc:spChg>
        <pc:spChg chg="mod">
          <ac:chgData name="Nguyen Tran Nguyen Hanh" userId="daedd0f1-c2f2-47e8-8330-353125a6fb4f" providerId="ADAL" clId="{FD5E1491-7818-4B1C-87FA-62BEF28BA754}" dt="2024-12-10T07:28:09.212" v="233" actId="1035"/>
          <ac:spMkLst>
            <pc:docMk/>
            <pc:sldMk cId="1260750490" sldId="346"/>
            <ac:spMk id="22" creationId="{4BDECD48-045B-D6E7-2CFC-DD3A34AB8938}"/>
          </ac:spMkLst>
        </pc:spChg>
        <pc:spChg chg="mod">
          <ac:chgData name="Nguyen Tran Nguyen Hanh" userId="daedd0f1-c2f2-47e8-8330-353125a6fb4f" providerId="ADAL" clId="{FD5E1491-7818-4B1C-87FA-62BEF28BA754}" dt="2024-12-10T07:28:09.212" v="233" actId="1035"/>
          <ac:spMkLst>
            <pc:docMk/>
            <pc:sldMk cId="1260750490" sldId="346"/>
            <ac:spMk id="23" creationId="{BA976F6D-A587-4672-B54C-1364BC0AE7DB}"/>
          </ac:spMkLst>
        </pc:spChg>
        <pc:spChg chg="mod">
          <ac:chgData name="Nguyen Tran Nguyen Hanh" userId="daedd0f1-c2f2-47e8-8330-353125a6fb4f" providerId="ADAL" clId="{FD5E1491-7818-4B1C-87FA-62BEF28BA754}" dt="2024-12-10T07:28:09.212" v="233" actId="1035"/>
          <ac:spMkLst>
            <pc:docMk/>
            <pc:sldMk cId="1260750490" sldId="346"/>
            <ac:spMk id="25" creationId="{BEA86541-97A6-BDF9-0387-2C0A805E74F2}"/>
          </ac:spMkLst>
        </pc:spChg>
        <pc:spChg chg="mod">
          <ac:chgData name="Nguyen Tran Nguyen Hanh" userId="daedd0f1-c2f2-47e8-8330-353125a6fb4f" providerId="ADAL" clId="{FD5E1491-7818-4B1C-87FA-62BEF28BA754}" dt="2024-12-10T07:28:09.212" v="233" actId="1035"/>
          <ac:spMkLst>
            <pc:docMk/>
            <pc:sldMk cId="1260750490" sldId="346"/>
            <ac:spMk id="26" creationId="{2CFB518B-D0EB-37D5-427F-907079E08511}"/>
          </ac:spMkLst>
        </pc:spChg>
        <pc:spChg chg="mod">
          <ac:chgData name="Nguyen Tran Nguyen Hanh" userId="daedd0f1-c2f2-47e8-8330-353125a6fb4f" providerId="ADAL" clId="{FD5E1491-7818-4B1C-87FA-62BEF28BA754}" dt="2024-12-10T07:28:09.212" v="233" actId="1035"/>
          <ac:spMkLst>
            <pc:docMk/>
            <pc:sldMk cId="1260750490" sldId="346"/>
            <ac:spMk id="27" creationId="{D3446A4B-6DF0-5DC2-D90C-4215680B0390}"/>
          </ac:spMkLst>
        </pc:spChg>
        <pc:picChg chg="mod">
          <ac:chgData name="Nguyen Tran Nguyen Hanh" userId="daedd0f1-c2f2-47e8-8330-353125a6fb4f" providerId="ADAL" clId="{FD5E1491-7818-4B1C-87FA-62BEF28BA754}" dt="2024-12-10T07:28:09.212" v="233" actId="1035"/>
          <ac:picMkLst>
            <pc:docMk/>
            <pc:sldMk cId="1260750490" sldId="346"/>
            <ac:picMk id="7" creationId="{5E86E9C0-C4AD-775C-73A1-AD8A1EFA6C31}"/>
          </ac:picMkLst>
        </pc:picChg>
        <pc:picChg chg="mod">
          <ac:chgData name="Nguyen Tran Nguyen Hanh" userId="daedd0f1-c2f2-47e8-8330-353125a6fb4f" providerId="ADAL" clId="{FD5E1491-7818-4B1C-87FA-62BEF28BA754}" dt="2024-12-10T07:28:09.212" v="233" actId="1035"/>
          <ac:picMkLst>
            <pc:docMk/>
            <pc:sldMk cId="1260750490" sldId="346"/>
            <ac:picMk id="12" creationId="{7CB5455F-D114-BC63-945D-B983C4C4560F}"/>
          </ac:picMkLst>
        </pc:picChg>
        <pc:picChg chg="mod">
          <ac:chgData name="Nguyen Tran Nguyen Hanh" userId="daedd0f1-c2f2-47e8-8330-353125a6fb4f" providerId="ADAL" clId="{FD5E1491-7818-4B1C-87FA-62BEF28BA754}" dt="2024-12-10T07:28:09.212" v="233" actId="1035"/>
          <ac:picMkLst>
            <pc:docMk/>
            <pc:sldMk cId="1260750490" sldId="346"/>
            <ac:picMk id="14" creationId="{6943FF75-A63B-036E-781D-8A7342A92F80}"/>
          </ac:picMkLst>
        </pc:picChg>
      </pc:sldChg>
      <pc:sldChg chg="addSp delSp modSp mod modClrScheme chgLayout">
        <pc:chgData name="Nguyen Tran Nguyen Hanh" userId="daedd0f1-c2f2-47e8-8330-353125a6fb4f" providerId="ADAL" clId="{FD5E1491-7818-4B1C-87FA-62BEF28BA754}" dt="2024-12-13T04:17:35.111" v="1921" actId="478"/>
        <pc:sldMkLst>
          <pc:docMk/>
          <pc:sldMk cId="161652601" sldId="347"/>
        </pc:sldMkLst>
        <pc:spChg chg="add mod">
          <ac:chgData name="Nguyen Tran Nguyen Hanh" userId="daedd0f1-c2f2-47e8-8330-353125a6fb4f" providerId="ADAL" clId="{FD5E1491-7818-4B1C-87FA-62BEF28BA754}" dt="2024-12-10T09:13:23.125" v="460" actId="20577"/>
          <ac:spMkLst>
            <pc:docMk/>
            <pc:sldMk cId="161652601" sldId="347"/>
            <ac:spMk id="12" creationId="{E39D6276-25C6-461D-A34C-BD4736861E4C}"/>
          </ac:spMkLst>
        </pc:spChg>
        <pc:spChg chg="add mod">
          <ac:chgData name="Nguyen Tran Nguyen Hanh" userId="daedd0f1-c2f2-47e8-8330-353125a6fb4f" providerId="ADAL" clId="{FD5E1491-7818-4B1C-87FA-62BEF28BA754}" dt="2024-12-10T09:12:51.275" v="414" actId="1076"/>
          <ac:spMkLst>
            <pc:docMk/>
            <pc:sldMk cId="161652601" sldId="347"/>
            <ac:spMk id="16" creationId="{A4F8F6EB-E9EC-4206-89B4-5C01AD87145C}"/>
          </ac:spMkLst>
        </pc:spChg>
        <pc:spChg chg="add mod">
          <ac:chgData name="Nguyen Tran Nguyen Hanh" userId="daedd0f1-c2f2-47e8-8330-353125a6fb4f" providerId="ADAL" clId="{FD5E1491-7818-4B1C-87FA-62BEF28BA754}" dt="2024-12-10T09:12:51.275" v="414" actId="1076"/>
          <ac:spMkLst>
            <pc:docMk/>
            <pc:sldMk cId="161652601" sldId="347"/>
            <ac:spMk id="18" creationId="{49A245E0-45E7-4FC9-B715-D73E91E97E68}"/>
          </ac:spMkLst>
        </pc:spChg>
        <pc:spChg chg="add del mod">
          <ac:chgData name="Nguyen Tran Nguyen Hanh" userId="daedd0f1-c2f2-47e8-8330-353125a6fb4f" providerId="ADAL" clId="{FD5E1491-7818-4B1C-87FA-62BEF28BA754}" dt="2024-12-13T04:17:35.111" v="1921" actId="478"/>
          <ac:spMkLst>
            <pc:docMk/>
            <pc:sldMk cId="161652601" sldId="347"/>
            <ac:spMk id="20" creationId="{E344CC89-375D-4B16-AE02-F32434F0D162}"/>
          </ac:spMkLst>
        </pc:spChg>
        <pc:spChg chg="mod">
          <ac:chgData name="Nguyen Tran Nguyen Hanh" userId="daedd0f1-c2f2-47e8-8330-353125a6fb4f" providerId="ADAL" clId="{FD5E1491-7818-4B1C-87FA-62BEF28BA754}" dt="2024-12-10T09:12:47.044" v="413"/>
          <ac:spMkLst>
            <pc:docMk/>
            <pc:sldMk cId="161652601" sldId="347"/>
            <ac:spMk id="24" creationId="{A9395F47-184C-230B-CFE6-573E7D06DC42}"/>
          </ac:spMkLst>
        </pc:spChg>
        <pc:picChg chg="add mod">
          <ac:chgData name="Nguyen Tran Nguyen Hanh" userId="daedd0f1-c2f2-47e8-8330-353125a6fb4f" providerId="ADAL" clId="{FD5E1491-7818-4B1C-87FA-62BEF28BA754}" dt="2024-12-10T09:12:51.275" v="414" actId="1076"/>
          <ac:picMkLst>
            <pc:docMk/>
            <pc:sldMk cId="161652601" sldId="347"/>
            <ac:picMk id="3" creationId="{CA5413E4-A4F3-4A6B-A0A5-8CF173F72B9B}"/>
          </ac:picMkLst>
        </pc:picChg>
        <pc:picChg chg="add del mod">
          <ac:chgData name="Nguyen Tran Nguyen Hanh" userId="daedd0f1-c2f2-47e8-8330-353125a6fb4f" providerId="ADAL" clId="{FD5E1491-7818-4B1C-87FA-62BEF28BA754}" dt="2024-12-09T10:42:22.081" v="7" actId="478"/>
          <ac:picMkLst>
            <pc:docMk/>
            <pc:sldMk cId="161652601" sldId="347"/>
            <ac:picMk id="7" creationId="{0EDA7D9B-039B-4168-B76F-040D8C84679C}"/>
          </ac:picMkLst>
        </pc:picChg>
        <pc:picChg chg="add mod">
          <ac:chgData name="Nguyen Tran Nguyen Hanh" userId="daedd0f1-c2f2-47e8-8330-353125a6fb4f" providerId="ADAL" clId="{FD5E1491-7818-4B1C-87FA-62BEF28BA754}" dt="2024-12-10T09:12:51.275" v="414" actId="1076"/>
          <ac:picMkLst>
            <pc:docMk/>
            <pc:sldMk cId="161652601" sldId="347"/>
            <ac:picMk id="9" creationId="{206E32CA-834A-45FF-B746-9E94D93183E1}"/>
          </ac:picMkLst>
        </pc:picChg>
        <pc:picChg chg="add mod">
          <ac:chgData name="Nguyen Tran Nguyen Hanh" userId="daedd0f1-c2f2-47e8-8330-353125a6fb4f" providerId="ADAL" clId="{FD5E1491-7818-4B1C-87FA-62BEF28BA754}" dt="2024-12-10T09:12:51.275" v="414" actId="1076"/>
          <ac:picMkLst>
            <pc:docMk/>
            <pc:sldMk cId="161652601" sldId="347"/>
            <ac:picMk id="11" creationId="{ED36D2AA-C10E-4CE3-B25C-348F25958C22}"/>
          </ac:picMkLst>
        </pc:picChg>
        <pc:picChg chg="add del mod">
          <ac:chgData name="Nguyen Tran Nguyen Hanh" userId="daedd0f1-c2f2-47e8-8330-353125a6fb4f" providerId="ADAL" clId="{FD5E1491-7818-4B1C-87FA-62BEF28BA754}" dt="2024-12-09T10:49:24.570" v="185" actId="478"/>
          <ac:picMkLst>
            <pc:docMk/>
            <pc:sldMk cId="161652601" sldId="347"/>
            <ac:picMk id="19" creationId="{2E227865-1C26-40B2-91F1-CE0FA4BB5F37}"/>
          </ac:picMkLst>
        </pc:picChg>
        <pc:cxnChg chg="add mod">
          <ac:chgData name="Nguyen Tran Nguyen Hanh" userId="daedd0f1-c2f2-47e8-8330-353125a6fb4f" providerId="ADAL" clId="{FD5E1491-7818-4B1C-87FA-62BEF28BA754}" dt="2024-12-10T09:12:51.275" v="414" actId="1076"/>
          <ac:cxnSpMkLst>
            <pc:docMk/>
            <pc:sldMk cId="161652601" sldId="347"/>
            <ac:cxnSpMk id="5" creationId="{C09558E1-2600-4814-A4FD-468DD50AA4BC}"/>
          </ac:cxnSpMkLst>
        </pc:cxnChg>
        <pc:cxnChg chg="add mod">
          <ac:chgData name="Nguyen Tran Nguyen Hanh" userId="daedd0f1-c2f2-47e8-8330-353125a6fb4f" providerId="ADAL" clId="{FD5E1491-7818-4B1C-87FA-62BEF28BA754}" dt="2024-12-10T09:12:51.275" v="414" actId="1076"/>
          <ac:cxnSpMkLst>
            <pc:docMk/>
            <pc:sldMk cId="161652601" sldId="347"/>
            <ac:cxnSpMk id="13" creationId="{57F634D0-866C-4494-B461-18D02FCDC32A}"/>
          </ac:cxnSpMkLst>
        </pc:cxnChg>
      </pc:sldChg>
      <pc:sldChg chg="delSp modSp mod">
        <pc:chgData name="Nguyen Tran Nguyen Hanh" userId="daedd0f1-c2f2-47e8-8330-353125a6fb4f" providerId="ADAL" clId="{FD5E1491-7818-4B1C-87FA-62BEF28BA754}" dt="2024-12-13T04:17:44.231" v="1923" actId="478"/>
        <pc:sldMkLst>
          <pc:docMk/>
          <pc:sldMk cId="2722282924" sldId="348"/>
        </pc:sldMkLst>
        <pc:spChg chg="del">
          <ac:chgData name="Nguyen Tran Nguyen Hanh" userId="daedd0f1-c2f2-47e8-8330-353125a6fb4f" providerId="ADAL" clId="{FD5E1491-7818-4B1C-87FA-62BEF28BA754}" dt="2024-12-13T04:17:44.231" v="1923" actId="478"/>
          <ac:spMkLst>
            <pc:docMk/>
            <pc:sldMk cId="2722282924" sldId="348"/>
            <ac:spMk id="10" creationId="{05C58388-F143-0B34-82F1-65FA69204394}"/>
          </ac:spMkLst>
        </pc:spChg>
        <pc:spChg chg="mod">
          <ac:chgData name="Nguyen Tran Nguyen Hanh" userId="daedd0f1-c2f2-47e8-8330-353125a6fb4f" providerId="ADAL" clId="{FD5E1491-7818-4B1C-87FA-62BEF28BA754}" dt="2024-12-10T07:49:36.643" v="365" actId="207"/>
          <ac:spMkLst>
            <pc:docMk/>
            <pc:sldMk cId="2722282924" sldId="348"/>
            <ac:spMk id="20" creationId="{2917542E-0446-609B-E934-24CD8356AF89}"/>
          </ac:spMkLst>
        </pc:spChg>
        <pc:spChg chg="mod">
          <ac:chgData name="Nguyen Tran Nguyen Hanh" userId="daedd0f1-c2f2-47e8-8330-353125a6fb4f" providerId="ADAL" clId="{FD5E1491-7818-4B1C-87FA-62BEF28BA754}" dt="2024-12-10T07:49:36.643" v="365" actId="207"/>
          <ac:spMkLst>
            <pc:docMk/>
            <pc:sldMk cId="2722282924" sldId="348"/>
            <ac:spMk id="27" creationId="{177ABAFF-B3EC-D6A9-0F36-5BC5799B7696}"/>
          </ac:spMkLst>
        </pc:spChg>
        <pc:spChg chg="mod">
          <ac:chgData name="Nguyen Tran Nguyen Hanh" userId="daedd0f1-c2f2-47e8-8330-353125a6fb4f" providerId="ADAL" clId="{FD5E1491-7818-4B1C-87FA-62BEF28BA754}" dt="2024-12-10T07:49:36.643" v="365" actId="207"/>
          <ac:spMkLst>
            <pc:docMk/>
            <pc:sldMk cId="2722282924" sldId="348"/>
            <ac:spMk id="31" creationId="{CA86E548-773B-502D-15C3-E495455B1C2A}"/>
          </ac:spMkLst>
        </pc:spChg>
      </pc:sldChg>
      <pc:sldChg chg="delSp modSp mod">
        <pc:chgData name="Nguyen Tran Nguyen Hanh" userId="daedd0f1-c2f2-47e8-8330-353125a6fb4f" providerId="ADAL" clId="{FD5E1491-7818-4B1C-87FA-62BEF28BA754}" dt="2024-12-13T04:17:46.217" v="1924" actId="478"/>
        <pc:sldMkLst>
          <pc:docMk/>
          <pc:sldMk cId="3995429474" sldId="349"/>
        </pc:sldMkLst>
        <pc:spChg chg="del">
          <ac:chgData name="Nguyen Tran Nguyen Hanh" userId="daedd0f1-c2f2-47e8-8330-353125a6fb4f" providerId="ADAL" clId="{FD5E1491-7818-4B1C-87FA-62BEF28BA754}" dt="2024-12-13T04:17:46.217" v="1924" actId="478"/>
          <ac:spMkLst>
            <pc:docMk/>
            <pc:sldMk cId="3995429474" sldId="349"/>
            <ac:spMk id="10" creationId="{02DA53C0-A32D-E2B4-48B6-41E0DF161FB7}"/>
          </ac:spMkLst>
        </pc:spChg>
        <pc:spChg chg="mod">
          <ac:chgData name="Nguyen Tran Nguyen Hanh" userId="daedd0f1-c2f2-47e8-8330-353125a6fb4f" providerId="ADAL" clId="{FD5E1491-7818-4B1C-87FA-62BEF28BA754}" dt="2024-12-10T07:49:22.501" v="363" actId="207"/>
          <ac:spMkLst>
            <pc:docMk/>
            <pc:sldMk cId="3995429474" sldId="349"/>
            <ac:spMk id="13" creationId="{E989C5C9-586B-0DA4-880C-63BC08CF0CED}"/>
          </ac:spMkLst>
        </pc:spChg>
        <pc:spChg chg="mod">
          <ac:chgData name="Nguyen Tran Nguyen Hanh" userId="daedd0f1-c2f2-47e8-8330-353125a6fb4f" providerId="ADAL" clId="{FD5E1491-7818-4B1C-87FA-62BEF28BA754}" dt="2024-12-10T07:49:22.501" v="363" actId="207"/>
          <ac:spMkLst>
            <pc:docMk/>
            <pc:sldMk cId="3995429474" sldId="349"/>
            <ac:spMk id="27" creationId="{63E45119-16A4-E798-EDA0-862CBB64F5FC}"/>
          </ac:spMkLst>
        </pc:spChg>
        <pc:spChg chg="mod">
          <ac:chgData name="Nguyen Tran Nguyen Hanh" userId="daedd0f1-c2f2-47e8-8330-353125a6fb4f" providerId="ADAL" clId="{FD5E1491-7818-4B1C-87FA-62BEF28BA754}" dt="2024-12-10T07:49:22.501" v="363" actId="207"/>
          <ac:spMkLst>
            <pc:docMk/>
            <pc:sldMk cId="3995429474" sldId="349"/>
            <ac:spMk id="31" creationId="{F0CC8991-1859-78D3-BCBF-C64ADD99DEA7}"/>
          </ac:spMkLst>
        </pc:spChg>
      </pc:sldChg>
      <pc:sldChg chg="addSp delSp modSp mod modClrScheme chgLayout">
        <pc:chgData name="Nguyen Tran Nguyen Hanh" userId="daedd0f1-c2f2-47e8-8330-353125a6fb4f" providerId="ADAL" clId="{FD5E1491-7818-4B1C-87FA-62BEF28BA754}" dt="2024-12-13T04:17:48.154" v="1925" actId="478"/>
        <pc:sldMkLst>
          <pc:docMk/>
          <pc:sldMk cId="113499017" sldId="350"/>
        </pc:sldMkLst>
        <pc:spChg chg="del">
          <ac:chgData name="Nguyen Tran Nguyen Hanh" userId="daedd0f1-c2f2-47e8-8330-353125a6fb4f" providerId="ADAL" clId="{FD5E1491-7818-4B1C-87FA-62BEF28BA754}" dt="2024-12-13T04:17:48.154" v="1925" actId="478"/>
          <ac:spMkLst>
            <pc:docMk/>
            <pc:sldMk cId="113499017" sldId="350"/>
            <ac:spMk id="10" creationId="{159C30F0-12F2-2E92-A2CE-07043CE7EE6C}"/>
          </ac:spMkLst>
        </pc:spChg>
        <pc:spChg chg="mod">
          <ac:chgData name="Nguyen Tran Nguyen Hanh" userId="daedd0f1-c2f2-47e8-8330-353125a6fb4f" providerId="ADAL" clId="{FD5E1491-7818-4B1C-87FA-62BEF28BA754}" dt="2024-12-10T07:49:29.001" v="364" actId="207"/>
          <ac:spMkLst>
            <pc:docMk/>
            <pc:sldMk cId="113499017" sldId="350"/>
            <ac:spMk id="13" creationId="{861EBF70-00EE-EFCE-0E00-9190ACAAABA4}"/>
          </ac:spMkLst>
        </pc:spChg>
        <pc:spChg chg="add mod ord">
          <ac:chgData name="Nguyen Tran Nguyen Hanh" userId="daedd0f1-c2f2-47e8-8330-353125a6fb4f" providerId="ADAL" clId="{FD5E1491-7818-4B1C-87FA-62BEF28BA754}" dt="2024-12-10T09:24:47.832" v="532" actId="700"/>
          <ac:spMkLst>
            <pc:docMk/>
            <pc:sldMk cId="113499017" sldId="350"/>
            <ac:spMk id="16" creationId="{2E6102EC-716D-4788-A129-7B1BE247034E}"/>
          </ac:spMkLst>
        </pc:spChg>
        <pc:spChg chg="mod">
          <ac:chgData name="Nguyen Tran Nguyen Hanh" userId="daedd0f1-c2f2-47e8-8330-353125a6fb4f" providerId="ADAL" clId="{FD5E1491-7818-4B1C-87FA-62BEF28BA754}" dt="2024-12-10T07:49:29.001" v="364" actId="207"/>
          <ac:spMkLst>
            <pc:docMk/>
            <pc:sldMk cId="113499017" sldId="350"/>
            <ac:spMk id="27" creationId="{7DD7E323-1C16-B80A-EE83-E13399422D25}"/>
          </ac:spMkLst>
        </pc:spChg>
        <pc:spChg chg="mod">
          <ac:chgData name="Nguyen Tran Nguyen Hanh" userId="daedd0f1-c2f2-47e8-8330-353125a6fb4f" providerId="ADAL" clId="{FD5E1491-7818-4B1C-87FA-62BEF28BA754}" dt="2024-12-10T07:49:29.001" v="364" actId="207"/>
          <ac:spMkLst>
            <pc:docMk/>
            <pc:sldMk cId="113499017" sldId="350"/>
            <ac:spMk id="31" creationId="{5DCE3ABC-6EA0-76AD-3785-B3D0FC0686A1}"/>
          </ac:spMkLst>
        </pc:spChg>
      </pc:sldChg>
      <pc:sldChg chg="new del">
        <pc:chgData name="Nguyen Tran Nguyen Hanh" userId="daedd0f1-c2f2-47e8-8330-353125a6fb4f" providerId="ADAL" clId="{FD5E1491-7818-4B1C-87FA-62BEF28BA754}" dt="2024-12-10T09:11:48.455" v="368" actId="47"/>
        <pc:sldMkLst>
          <pc:docMk/>
          <pc:sldMk cId="2363578198" sldId="351"/>
        </pc:sldMkLst>
      </pc:sldChg>
      <pc:sldChg chg="delSp new del mod modClrScheme chgLayout">
        <pc:chgData name="Nguyen Tran Nguyen Hanh" userId="daedd0f1-c2f2-47e8-8330-353125a6fb4f" providerId="ADAL" clId="{FD5E1491-7818-4B1C-87FA-62BEF28BA754}" dt="2024-12-10T09:24:34.931" v="528" actId="47"/>
        <pc:sldMkLst>
          <pc:docMk/>
          <pc:sldMk cId="2405723970" sldId="351"/>
        </pc:sldMkLst>
        <pc:spChg chg="del">
          <ac:chgData name="Nguyen Tran Nguyen Hanh" userId="daedd0f1-c2f2-47e8-8330-353125a6fb4f" providerId="ADAL" clId="{FD5E1491-7818-4B1C-87FA-62BEF28BA754}" dt="2024-12-10T09:23:17.862" v="520" actId="700"/>
          <ac:spMkLst>
            <pc:docMk/>
            <pc:sldMk cId="2405723970" sldId="351"/>
            <ac:spMk id="2" creationId="{3A835697-BDFF-422A-BCD4-14F04E87FC2A}"/>
          </ac:spMkLst>
        </pc:spChg>
      </pc:sldChg>
      <pc:sldChg chg="addSp delSp modSp add mod">
        <pc:chgData name="Nguyen Tran Nguyen Hanh" userId="daedd0f1-c2f2-47e8-8330-353125a6fb4f" providerId="ADAL" clId="{FD5E1491-7818-4B1C-87FA-62BEF28BA754}" dt="2024-12-13T04:17:37.528" v="1922" actId="478"/>
        <pc:sldMkLst>
          <pc:docMk/>
          <pc:sldMk cId="3804749452" sldId="351"/>
        </pc:sldMkLst>
        <pc:spChg chg="add del mod">
          <ac:chgData name="Nguyen Tran Nguyen Hanh" userId="daedd0f1-c2f2-47e8-8330-353125a6fb4f" providerId="ADAL" clId="{FD5E1491-7818-4B1C-87FA-62BEF28BA754}" dt="2024-12-10T09:45:04.057" v="584" actId="478"/>
          <ac:spMkLst>
            <pc:docMk/>
            <pc:sldMk cId="3804749452" sldId="351"/>
            <ac:spMk id="6" creationId="{02835A63-92A6-4CF8-848C-91AC11AC06AB}"/>
          </ac:spMkLst>
        </pc:spChg>
        <pc:spChg chg="del">
          <ac:chgData name="Nguyen Tran Nguyen Hanh" userId="daedd0f1-c2f2-47e8-8330-353125a6fb4f" providerId="ADAL" clId="{FD5E1491-7818-4B1C-87FA-62BEF28BA754}" dt="2024-12-10T09:38:11.295" v="556" actId="478"/>
          <ac:spMkLst>
            <pc:docMk/>
            <pc:sldMk cId="3804749452" sldId="351"/>
            <ac:spMk id="16" creationId="{A4F8F6EB-E9EC-4206-89B4-5C01AD87145C}"/>
          </ac:spMkLst>
        </pc:spChg>
        <pc:spChg chg="del">
          <ac:chgData name="Nguyen Tran Nguyen Hanh" userId="daedd0f1-c2f2-47e8-8330-353125a6fb4f" providerId="ADAL" clId="{FD5E1491-7818-4B1C-87FA-62BEF28BA754}" dt="2024-12-10T09:38:11.295" v="556" actId="478"/>
          <ac:spMkLst>
            <pc:docMk/>
            <pc:sldMk cId="3804749452" sldId="351"/>
            <ac:spMk id="18" creationId="{49A245E0-45E7-4FC9-B715-D73E91E97E68}"/>
          </ac:spMkLst>
        </pc:spChg>
        <pc:spChg chg="del">
          <ac:chgData name="Nguyen Tran Nguyen Hanh" userId="daedd0f1-c2f2-47e8-8330-353125a6fb4f" providerId="ADAL" clId="{FD5E1491-7818-4B1C-87FA-62BEF28BA754}" dt="2024-12-13T04:17:37.528" v="1922" actId="478"/>
          <ac:spMkLst>
            <pc:docMk/>
            <pc:sldMk cId="3804749452" sldId="351"/>
            <ac:spMk id="20" creationId="{E344CC89-375D-4B16-AE02-F32434F0D162}"/>
          </ac:spMkLst>
        </pc:spChg>
        <pc:spChg chg="add mod">
          <ac:chgData name="Nguyen Tran Nguyen Hanh" userId="daedd0f1-c2f2-47e8-8330-353125a6fb4f" providerId="ADAL" clId="{FD5E1491-7818-4B1C-87FA-62BEF28BA754}" dt="2024-12-10T10:22:58.180" v="686" actId="1076"/>
          <ac:spMkLst>
            <pc:docMk/>
            <pc:sldMk cId="3804749452" sldId="351"/>
            <ac:spMk id="29" creationId="{2E1C8FC8-CA2A-4B7A-8073-19B3112D79CF}"/>
          </ac:spMkLst>
        </pc:spChg>
        <pc:spChg chg="add mod">
          <ac:chgData name="Nguyen Tran Nguyen Hanh" userId="daedd0f1-c2f2-47e8-8330-353125a6fb4f" providerId="ADAL" clId="{FD5E1491-7818-4B1C-87FA-62BEF28BA754}" dt="2024-12-10T10:23:15.600" v="729" actId="1076"/>
          <ac:spMkLst>
            <pc:docMk/>
            <pc:sldMk cId="3804749452" sldId="351"/>
            <ac:spMk id="30" creationId="{2F0B2768-5C4A-4EEC-8B0C-C3B94027BF8E}"/>
          </ac:spMkLst>
        </pc:spChg>
        <pc:spChg chg="add mod">
          <ac:chgData name="Nguyen Tran Nguyen Hanh" userId="daedd0f1-c2f2-47e8-8330-353125a6fb4f" providerId="ADAL" clId="{FD5E1491-7818-4B1C-87FA-62BEF28BA754}" dt="2024-12-10T10:23:24.683" v="743" actId="20577"/>
          <ac:spMkLst>
            <pc:docMk/>
            <pc:sldMk cId="3804749452" sldId="351"/>
            <ac:spMk id="31" creationId="{B2DFF385-2CF3-4441-9CE2-C0CF7738D9FE}"/>
          </ac:spMkLst>
        </pc:spChg>
        <pc:spChg chg="add mod">
          <ac:chgData name="Nguyen Tran Nguyen Hanh" userId="daedd0f1-c2f2-47e8-8330-353125a6fb4f" providerId="ADAL" clId="{FD5E1491-7818-4B1C-87FA-62BEF28BA754}" dt="2024-12-10T10:23:41.425" v="767" actId="20577"/>
          <ac:spMkLst>
            <pc:docMk/>
            <pc:sldMk cId="3804749452" sldId="351"/>
            <ac:spMk id="32" creationId="{D4E6FD67-C17B-415F-8B1B-4340FECD5510}"/>
          </ac:spMkLst>
        </pc:spChg>
        <pc:spChg chg="add mod">
          <ac:chgData name="Nguyen Tran Nguyen Hanh" userId="daedd0f1-c2f2-47e8-8330-353125a6fb4f" providerId="ADAL" clId="{FD5E1491-7818-4B1C-87FA-62BEF28BA754}" dt="2024-12-10T10:24:06.776" v="808" actId="1076"/>
          <ac:spMkLst>
            <pc:docMk/>
            <pc:sldMk cId="3804749452" sldId="351"/>
            <ac:spMk id="33" creationId="{E5291747-EEF3-446B-8009-6E706BFA2D1B}"/>
          </ac:spMkLst>
        </pc:spChg>
        <pc:spChg chg="add mod">
          <ac:chgData name="Nguyen Tran Nguyen Hanh" userId="daedd0f1-c2f2-47e8-8330-353125a6fb4f" providerId="ADAL" clId="{FD5E1491-7818-4B1C-87FA-62BEF28BA754}" dt="2024-12-10T10:24:24.313" v="853" actId="14100"/>
          <ac:spMkLst>
            <pc:docMk/>
            <pc:sldMk cId="3804749452" sldId="351"/>
            <ac:spMk id="34" creationId="{AC07DA5F-372F-4812-B607-0F21F4DA5E2F}"/>
          </ac:spMkLst>
        </pc:spChg>
        <pc:spChg chg="add mod">
          <ac:chgData name="Nguyen Tran Nguyen Hanh" userId="daedd0f1-c2f2-47e8-8330-353125a6fb4f" providerId="ADAL" clId="{FD5E1491-7818-4B1C-87FA-62BEF28BA754}" dt="2024-12-10T10:24:43.201" v="898" actId="14100"/>
          <ac:spMkLst>
            <pc:docMk/>
            <pc:sldMk cId="3804749452" sldId="351"/>
            <ac:spMk id="35" creationId="{EA56CDDE-481C-4696-890E-BE0BCA474753}"/>
          </ac:spMkLst>
        </pc:spChg>
        <pc:picChg chg="del">
          <ac:chgData name="Nguyen Tran Nguyen Hanh" userId="daedd0f1-c2f2-47e8-8330-353125a6fb4f" providerId="ADAL" clId="{FD5E1491-7818-4B1C-87FA-62BEF28BA754}" dt="2024-12-10T09:38:12.630" v="557" actId="478"/>
          <ac:picMkLst>
            <pc:docMk/>
            <pc:sldMk cId="3804749452" sldId="351"/>
            <ac:picMk id="3" creationId="{CA5413E4-A4F3-4A6B-A0A5-8CF173F72B9B}"/>
          </ac:picMkLst>
        </pc:picChg>
        <pc:picChg chg="add del mod">
          <ac:chgData name="Nguyen Tran Nguyen Hanh" userId="daedd0f1-c2f2-47e8-8330-353125a6fb4f" providerId="ADAL" clId="{FD5E1491-7818-4B1C-87FA-62BEF28BA754}" dt="2024-12-10T09:39:58.434" v="566" actId="478"/>
          <ac:picMkLst>
            <pc:docMk/>
            <pc:sldMk cId="3804749452" sldId="351"/>
            <ac:picMk id="4" creationId="{11C72133-9E62-4A23-9C38-F406381163CF}"/>
          </ac:picMkLst>
        </pc:picChg>
        <pc:picChg chg="add del mod">
          <ac:chgData name="Nguyen Tran Nguyen Hanh" userId="daedd0f1-c2f2-47e8-8330-353125a6fb4f" providerId="ADAL" clId="{FD5E1491-7818-4B1C-87FA-62BEF28BA754}" dt="2024-12-10T09:44:55.039" v="580" actId="478"/>
          <ac:picMkLst>
            <pc:docMk/>
            <pc:sldMk cId="3804749452" sldId="351"/>
            <ac:picMk id="8" creationId="{E94164C3-8086-45D8-BC31-893040CB68EC}"/>
          </ac:picMkLst>
        </pc:picChg>
        <pc:picChg chg="mod">
          <ac:chgData name="Nguyen Tran Nguyen Hanh" userId="daedd0f1-c2f2-47e8-8330-353125a6fb4f" providerId="ADAL" clId="{FD5E1491-7818-4B1C-87FA-62BEF28BA754}" dt="2024-12-10T10:24:51.864" v="899" actId="1076"/>
          <ac:picMkLst>
            <pc:docMk/>
            <pc:sldMk cId="3804749452" sldId="351"/>
            <ac:picMk id="9" creationId="{206E32CA-834A-45FF-B746-9E94D93183E1}"/>
          </ac:picMkLst>
        </pc:picChg>
        <pc:picChg chg="del">
          <ac:chgData name="Nguyen Tran Nguyen Hanh" userId="daedd0f1-c2f2-47e8-8330-353125a6fb4f" providerId="ADAL" clId="{FD5E1491-7818-4B1C-87FA-62BEF28BA754}" dt="2024-12-10T09:38:13.572" v="558" actId="478"/>
          <ac:picMkLst>
            <pc:docMk/>
            <pc:sldMk cId="3804749452" sldId="351"/>
            <ac:picMk id="11" creationId="{ED36D2AA-C10E-4CE3-B25C-348F25958C22}"/>
          </ac:picMkLst>
        </pc:picChg>
        <pc:picChg chg="add mod">
          <ac:chgData name="Nguyen Tran Nguyen Hanh" userId="daedd0f1-c2f2-47e8-8330-353125a6fb4f" providerId="ADAL" clId="{FD5E1491-7818-4B1C-87FA-62BEF28BA754}" dt="2024-12-10T10:19:32.502" v="604" actId="12788"/>
          <ac:picMkLst>
            <pc:docMk/>
            <pc:sldMk cId="3804749452" sldId="351"/>
            <ac:picMk id="14" creationId="{356F5451-FE9F-4CB3-8978-3189916EE94A}"/>
          </ac:picMkLst>
        </pc:picChg>
        <pc:picChg chg="add mod">
          <ac:chgData name="Nguyen Tran Nguyen Hanh" userId="daedd0f1-c2f2-47e8-8330-353125a6fb4f" providerId="ADAL" clId="{FD5E1491-7818-4B1C-87FA-62BEF28BA754}" dt="2024-12-10T10:19:32.502" v="604" actId="12788"/>
          <ac:picMkLst>
            <pc:docMk/>
            <pc:sldMk cId="3804749452" sldId="351"/>
            <ac:picMk id="17" creationId="{01E801E1-4CF1-44F9-BEE1-60D22FB62449}"/>
          </ac:picMkLst>
        </pc:picChg>
        <pc:picChg chg="add mod">
          <ac:chgData name="Nguyen Tran Nguyen Hanh" userId="daedd0f1-c2f2-47e8-8330-353125a6fb4f" providerId="ADAL" clId="{FD5E1491-7818-4B1C-87FA-62BEF28BA754}" dt="2024-12-10T10:19:35.071" v="605" actId="465"/>
          <ac:picMkLst>
            <pc:docMk/>
            <pc:sldMk cId="3804749452" sldId="351"/>
            <ac:picMk id="21" creationId="{72883620-2F5F-4263-AABE-59E40A6169D7}"/>
          </ac:picMkLst>
        </pc:picChg>
        <pc:picChg chg="add mod">
          <ac:chgData name="Nguyen Tran Nguyen Hanh" userId="daedd0f1-c2f2-47e8-8330-353125a6fb4f" providerId="ADAL" clId="{FD5E1491-7818-4B1C-87FA-62BEF28BA754}" dt="2024-12-10T10:20:51.286" v="614" actId="1076"/>
          <ac:picMkLst>
            <pc:docMk/>
            <pc:sldMk cId="3804749452" sldId="351"/>
            <ac:picMk id="23" creationId="{E4A2F524-0E8F-42BF-8CA3-6F03DEAD1A48}"/>
          </ac:picMkLst>
        </pc:picChg>
        <pc:picChg chg="add mod">
          <ac:chgData name="Nguyen Tran Nguyen Hanh" userId="daedd0f1-c2f2-47e8-8330-353125a6fb4f" providerId="ADAL" clId="{FD5E1491-7818-4B1C-87FA-62BEF28BA754}" dt="2024-12-10T10:20:51.286" v="614" actId="1076"/>
          <ac:picMkLst>
            <pc:docMk/>
            <pc:sldMk cId="3804749452" sldId="351"/>
            <ac:picMk id="26" creationId="{B49C66E7-D438-4255-9112-3DF8B6AF96C6}"/>
          </ac:picMkLst>
        </pc:picChg>
        <pc:picChg chg="add mod">
          <ac:chgData name="Nguyen Tran Nguyen Hanh" userId="daedd0f1-c2f2-47e8-8330-353125a6fb4f" providerId="ADAL" clId="{FD5E1491-7818-4B1C-87FA-62BEF28BA754}" dt="2024-12-10T10:20:58.689" v="615" actId="1076"/>
          <ac:picMkLst>
            <pc:docMk/>
            <pc:sldMk cId="3804749452" sldId="351"/>
            <ac:picMk id="28" creationId="{34A172C9-8E65-46F9-ADF6-6AF258CEFF4D}"/>
          </ac:picMkLst>
        </pc:picChg>
        <pc:cxnChg chg="del">
          <ac:chgData name="Nguyen Tran Nguyen Hanh" userId="daedd0f1-c2f2-47e8-8330-353125a6fb4f" providerId="ADAL" clId="{FD5E1491-7818-4B1C-87FA-62BEF28BA754}" dt="2024-12-10T09:38:11.295" v="556" actId="478"/>
          <ac:cxnSpMkLst>
            <pc:docMk/>
            <pc:sldMk cId="3804749452" sldId="351"/>
            <ac:cxnSpMk id="5" creationId="{C09558E1-2600-4814-A4FD-468DD50AA4BC}"/>
          </ac:cxnSpMkLst>
        </pc:cxnChg>
        <pc:cxnChg chg="del">
          <ac:chgData name="Nguyen Tran Nguyen Hanh" userId="daedd0f1-c2f2-47e8-8330-353125a6fb4f" providerId="ADAL" clId="{FD5E1491-7818-4B1C-87FA-62BEF28BA754}" dt="2024-12-10T09:38:11.295" v="556" actId="478"/>
          <ac:cxnSpMkLst>
            <pc:docMk/>
            <pc:sldMk cId="3804749452" sldId="351"/>
            <ac:cxnSpMk id="13" creationId="{57F634D0-866C-4494-B461-18D02FCDC32A}"/>
          </ac:cxnSpMkLst>
        </pc:cxnChg>
      </pc:sldChg>
      <pc:sldChg chg="modSp add mod">
        <pc:chgData name="Nguyen Tran Nguyen Hanh" userId="daedd0f1-c2f2-47e8-8330-353125a6fb4f" providerId="ADAL" clId="{FD5E1491-7818-4B1C-87FA-62BEF28BA754}" dt="2024-12-23T04:46:21.365" v="4811" actId="20577"/>
        <pc:sldMkLst>
          <pc:docMk/>
          <pc:sldMk cId="444989540" sldId="352"/>
        </pc:sldMkLst>
        <pc:graphicFrameChg chg="mod modGraphic">
          <ac:chgData name="Nguyen Tran Nguyen Hanh" userId="daedd0f1-c2f2-47e8-8330-353125a6fb4f" providerId="ADAL" clId="{FD5E1491-7818-4B1C-87FA-62BEF28BA754}" dt="2024-12-23T04:46:21.365" v="4811" actId="20577"/>
          <ac:graphicFrameMkLst>
            <pc:docMk/>
            <pc:sldMk cId="444989540" sldId="352"/>
            <ac:graphicFrameMk id="3" creationId="{43568D03-719A-5734-19CD-6C66E9B188D6}"/>
          </ac:graphicFrameMkLst>
        </pc:graphicFrameChg>
      </pc:sldChg>
      <pc:sldChg chg="add del">
        <pc:chgData name="Nguyen Tran Nguyen Hanh" userId="daedd0f1-c2f2-47e8-8330-353125a6fb4f" providerId="ADAL" clId="{FD5E1491-7818-4B1C-87FA-62BEF28BA754}" dt="2024-12-10T09:24:36.237" v="529" actId="47"/>
        <pc:sldMkLst>
          <pc:docMk/>
          <pc:sldMk cId="1685389544" sldId="352"/>
        </pc:sldMkLst>
      </pc:sldChg>
      <pc:sldChg chg="new del">
        <pc:chgData name="Nguyen Tran Nguyen Hanh" userId="daedd0f1-c2f2-47e8-8330-353125a6fb4f" providerId="ADAL" clId="{FD5E1491-7818-4B1C-87FA-62BEF28BA754}" dt="2024-12-10T09:24:19.638" v="524" actId="47"/>
        <pc:sldMkLst>
          <pc:docMk/>
          <pc:sldMk cId="4249997413" sldId="352"/>
        </pc:sldMkLst>
      </pc:sldChg>
      <pc:sldChg chg="add del">
        <pc:chgData name="Nguyen Tran Nguyen Hanh" userId="daedd0f1-c2f2-47e8-8330-353125a6fb4f" providerId="ADAL" clId="{FD5E1491-7818-4B1C-87FA-62BEF28BA754}" dt="2024-12-10T09:24:36.757" v="530" actId="47"/>
        <pc:sldMkLst>
          <pc:docMk/>
          <pc:sldMk cId="1682254459" sldId="353"/>
        </pc:sldMkLst>
      </pc:sldChg>
      <pc:sldChg chg="addSp delSp modSp new mod ord modClrScheme chgLayout">
        <pc:chgData name="Nguyen Tran Nguyen Hanh" userId="daedd0f1-c2f2-47e8-8330-353125a6fb4f" providerId="ADAL" clId="{FD5E1491-7818-4B1C-87FA-62BEF28BA754}" dt="2024-12-23T04:45:21.452" v="4710" actId="21"/>
        <pc:sldMkLst>
          <pc:docMk/>
          <pc:sldMk cId="1897992191" sldId="353"/>
        </pc:sldMkLst>
        <pc:spChg chg="add del mod">
          <ac:chgData name="Nguyen Tran Nguyen Hanh" userId="daedd0f1-c2f2-47e8-8330-353125a6fb4f" providerId="ADAL" clId="{FD5E1491-7818-4B1C-87FA-62BEF28BA754}" dt="2024-12-17T07:43:47.462" v="3797" actId="478"/>
          <ac:spMkLst>
            <pc:docMk/>
            <pc:sldMk cId="1897992191" sldId="353"/>
            <ac:spMk id="2" creationId="{37DFD3F1-E829-4C31-AE5F-F959E3B10E5A}"/>
          </ac:spMkLst>
        </pc:spChg>
        <pc:spChg chg="add mod">
          <ac:chgData name="Nguyen Tran Nguyen Hanh" userId="daedd0f1-c2f2-47e8-8330-353125a6fb4f" providerId="ADAL" clId="{FD5E1491-7818-4B1C-87FA-62BEF28BA754}" dt="2024-12-17T07:44:19.939" v="3815" actId="1037"/>
          <ac:spMkLst>
            <pc:docMk/>
            <pc:sldMk cId="1897992191" sldId="353"/>
            <ac:spMk id="3" creationId="{F19249A6-9FED-464F-8D6D-C5F24C97373D}"/>
          </ac:spMkLst>
        </pc:spChg>
        <pc:spChg chg="add mod">
          <ac:chgData name="Nguyen Tran Nguyen Hanh" userId="daedd0f1-c2f2-47e8-8330-353125a6fb4f" providerId="ADAL" clId="{FD5E1491-7818-4B1C-87FA-62BEF28BA754}" dt="2024-12-17T07:44:29.123" v="3816" actId="1076"/>
          <ac:spMkLst>
            <pc:docMk/>
            <pc:sldMk cId="1897992191" sldId="353"/>
            <ac:spMk id="7" creationId="{42908AEE-F19A-4C4A-8FB5-6255997EE138}"/>
          </ac:spMkLst>
        </pc:spChg>
        <pc:spChg chg="add del mod">
          <ac:chgData name="Nguyen Tran Nguyen Hanh" userId="daedd0f1-c2f2-47e8-8330-353125a6fb4f" providerId="ADAL" clId="{FD5E1491-7818-4B1C-87FA-62BEF28BA754}" dt="2024-12-23T04:45:21.452" v="4710" actId="21"/>
          <ac:spMkLst>
            <pc:docMk/>
            <pc:sldMk cId="1897992191" sldId="353"/>
            <ac:spMk id="8" creationId="{7F895C74-5D0E-474F-9B6F-0C33558CCDAF}"/>
          </ac:spMkLst>
        </pc:spChg>
        <pc:picChg chg="add mod">
          <ac:chgData name="Nguyen Tran Nguyen Hanh" userId="daedd0f1-c2f2-47e8-8330-353125a6fb4f" providerId="ADAL" clId="{FD5E1491-7818-4B1C-87FA-62BEF28BA754}" dt="2024-12-17T07:44:29.123" v="3816" actId="1076"/>
          <ac:picMkLst>
            <pc:docMk/>
            <pc:sldMk cId="1897992191" sldId="353"/>
            <ac:picMk id="5" creationId="{860190A5-27D1-4B81-B0DC-136DFC763A14}"/>
          </ac:picMkLst>
        </pc:picChg>
        <pc:picChg chg="add mod">
          <ac:chgData name="Nguyen Tran Nguyen Hanh" userId="daedd0f1-c2f2-47e8-8330-353125a6fb4f" providerId="ADAL" clId="{FD5E1491-7818-4B1C-87FA-62BEF28BA754}" dt="2024-12-17T07:44:29.123" v="3816" actId="1076"/>
          <ac:picMkLst>
            <pc:docMk/>
            <pc:sldMk cId="1897992191" sldId="353"/>
            <ac:picMk id="6" creationId="{F61B8C3D-9F55-434C-B37E-00BC4CF950E1}"/>
          </ac:picMkLst>
        </pc:picChg>
      </pc:sldChg>
      <pc:sldChg chg="new del">
        <pc:chgData name="Nguyen Tran Nguyen Hanh" userId="daedd0f1-c2f2-47e8-8330-353125a6fb4f" providerId="ADAL" clId="{FD5E1491-7818-4B1C-87FA-62BEF28BA754}" dt="2024-12-10T09:24:38.108" v="531" actId="47"/>
        <pc:sldMkLst>
          <pc:docMk/>
          <pc:sldMk cId="2502436032" sldId="354"/>
        </pc:sldMkLst>
      </pc:sldChg>
      <pc:sldChg chg="addSp delSp modSp new mod modClrScheme chgLayout">
        <pc:chgData name="Nguyen Tran Nguyen Hanh" userId="daedd0f1-c2f2-47e8-8330-353125a6fb4f" providerId="ADAL" clId="{FD5E1491-7818-4B1C-87FA-62BEF28BA754}" dt="2024-12-23T04:45:31.681" v="4711"/>
        <pc:sldMkLst>
          <pc:docMk/>
          <pc:sldMk cId="2731121163" sldId="354"/>
        </pc:sldMkLst>
        <pc:spChg chg="add mod">
          <ac:chgData name="Nguyen Tran Nguyen Hanh" userId="daedd0f1-c2f2-47e8-8330-353125a6fb4f" providerId="ADAL" clId="{FD5E1491-7818-4B1C-87FA-62BEF28BA754}" dt="2024-12-23T03:12:24.861" v="3879"/>
          <ac:spMkLst>
            <pc:docMk/>
            <pc:sldMk cId="2731121163" sldId="354"/>
            <ac:spMk id="2" creationId="{A5C5E370-12B0-4B83-B214-DFA0C44B5721}"/>
          </ac:spMkLst>
        </pc:spChg>
        <pc:spChg chg="add mod">
          <ac:chgData name="Nguyen Tran Nguyen Hanh" userId="daedd0f1-c2f2-47e8-8330-353125a6fb4f" providerId="ADAL" clId="{FD5E1491-7818-4B1C-87FA-62BEF28BA754}" dt="2024-12-23T03:41:30.241" v="4197" actId="20577"/>
          <ac:spMkLst>
            <pc:docMk/>
            <pc:sldMk cId="2731121163" sldId="354"/>
            <ac:spMk id="3" creationId="{5DB7532A-B6CC-4B3C-A7AC-6FA409BCA6CB}"/>
          </ac:spMkLst>
        </pc:spChg>
        <pc:spChg chg="add mod">
          <ac:chgData name="Nguyen Tran Nguyen Hanh" userId="daedd0f1-c2f2-47e8-8330-353125a6fb4f" providerId="ADAL" clId="{FD5E1491-7818-4B1C-87FA-62BEF28BA754}" dt="2024-12-23T03:41:25.114" v="4188" actId="1076"/>
          <ac:spMkLst>
            <pc:docMk/>
            <pc:sldMk cId="2731121163" sldId="354"/>
            <ac:spMk id="10" creationId="{692B3F86-9715-4463-8782-0D506BC82FA0}"/>
          </ac:spMkLst>
        </pc:spChg>
        <pc:spChg chg="add mod">
          <ac:chgData name="Nguyen Tran Nguyen Hanh" userId="daedd0f1-c2f2-47e8-8330-353125a6fb4f" providerId="ADAL" clId="{FD5E1491-7818-4B1C-87FA-62BEF28BA754}" dt="2024-12-23T03:41:25.114" v="4188" actId="1076"/>
          <ac:spMkLst>
            <pc:docMk/>
            <pc:sldMk cId="2731121163" sldId="354"/>
            <ac:spMk id="19" creationId="{6371B3EF-32A3-4A39-8E79-B2BFAD46B48C}"/>
          </ac:spMkLst>
        </pc:spChg>
        <pc:spChg chg="add mod">
          <ac:chgData name="Nguyen Tran Nguyen Hanh" userId="daedd0f1-c2f2-47e8-8330-353125a6fb4f" providerId="ADAL" clId="{FD5E1491-7818-4B1C-87FA-62BEF28BA754}" dt="2024-12-23T04:45:31.681" v="4711"/>
          <ac:spMkLst>
            <pc:docMk/>
            <pc:sldMk cId="2731121163" sldId="354"/>
            <ac:spMk id="20" creationId="{7E07C8AA-57F2-4FD5-BF10-2C7084942A20}"/>
          </ac:spMkLst>
        </pc:spChg>
        <pc:picChg chg="add mod">
          <ac:chgData name="Nguyen Tran Nguyen Hanh" userId="daedd0f1-c2f2-47e8-8330-353125a6fb4f" providerId="ADAL" clId="{FD5E1491-7818-4B1C-87FA-62BEF28BA754}" dt="2024-12-23T03:41:25.114" v="4188" actId="1076"/>
          <ac:picMkLst>
            <pc:docMk/>
            <pc:sldMk cId="2731121163" sldId="354"/>
            <ac:picMk id="5" creationId="{3BEABFCE-955E-45D0-84EA-0D82B7CB2AA1}"/>
          </ac:picMkLst>
        </pc:picChg>
        <pc:picChg chg="add mod">
          <ac:chgData name="Nguyen Tran Nguyen Hanh" userId="daedd0f1-c2f2-47e8-8330-353125a6fb4f" providerId="ADAL" clId="{FD5E1491-7818-4B1C-87FA-62BEF28BA754}" dt="2024-12-23T03:41:25.114" v="4188" actId="1076"/>
          <ac:picMkLst>
            <pc:docMk/>
            <pc:sldMk cId="2731121163" sldId="354"/>
            <ac:picMk id="7" creationId="{8A394EB6-3989-46CE-B208-1E6FBE9EC37B}"/>
          </ac:picMkLst>
        </pc:picChg>
        <pc:picChg chg="add del mod">
          <ac:chgData name="Nguyen Tran Nguyen Hanh" userId="daedd0f1-c2f2-47e8-8330-353125a6fb4f" providerId="ADAL" clId="{FD5E1491-7818-4B1C-87FA-62BEF28BA754}" dt="2024-12-23T03:39:49.534" v="4008" actId="478"/>
          <ac:picMkLst>
            <pc:docMk/>
            <pc:sldMk cId="2731121163" sldId="354"/>
            <ac:picMk id="14" creationId="{56CF7589-D89B-45B2-934E-06C42641C815}"/>
          </ac:picMkLst>
        </pc:picChg>
        <pc:picChg chg="add mod">
          <ac:chgData name="Nguyen Tran Nguyen Hanh" userId="daedd0f1-c2f2-47e8-8330-353125a6fb4f" providerId="ADAL" clId="{FD5E1491-7818-4B1C-87FA-62BEF28BA754}" dt="2024-12-23T03:41:25.114" v="4188" actId="1076"/>
          <ac:picMkLst>
            <pc:docMk/>
            <pc:sldMk cId="2731121163" sldId="354"/>
            <ac:picMk id="16" creationId="{4E1C9CE9-BBB8-4F5A-906A-B9B41C76DB4C}"/>
          </ac:picMkLst>
        </pc:picChg>
        <pc:cxnChg chg="add mod">
          <ac:chgData name="Nguyen Tran Nguyen Hanh" userId="daedd0f1-c2f2-47e8-8330-353125a6fb4f" providerId="ADAL" clId="{FD5E1491-7818-4B1C-87FA-62BEF28BA754}" dt="2024-12-23T03:41:25.114" v="4188" actId="1076"/>
          <ac:cxnSpMkLst>
            <pc:docMk/>
            <pc:sldMk cId="2731121163" sldId="354"/>
            <ac:cxnSpMk id="8" creationId="{EFCDF653-C812-4B77-8951-CD0D4B9E0089}"/>
          </ac:cxnSpMkLst>
        </pc:cxnChg>
        <pc:cxnChg chg="add mod">
          <ac:chgData name="Nguyen Tran Nguyen Hanh" userId="daedd0f1-c2f2-47e8-8330-353125a6fb4f" providerId="ADAL" clId="{FD5E1491-7818-4B1C-87FA-62BEF28BA754}" dt="2024-12-23T03:41:25.114" v="4188" actId="1076"/>
          <ac:cxnSpMkLst>
            <pc:docMk/>
            <pc:sldMk cId="2731121163" sldId="354"/>
            <ac:cxnSpMk id="18" creationId="{A0A0BC01-3B0E-4FFD-9A75-9D31EEA45680}"/>
          </ac:cxnSpMkLst>
        </pc:cxnChg>
      </pc:sldChg>
      <pc:sldChg chg="addSp delSp modSp add mod">
        <pc:chgData name="Nguyen Tran Nguyen Hanh" userId="daedd0f1-c2f2-47e8-8330-353125a6fb4f" providerId="ADAL" clId="{FD5E1491-7818-4B1C-87FA-62BEF28BA754}" dt="2024-12-23T04:45:34.111" v="4712"/>
        <pc:sldMkLst>
          <pc:docMk/>
          <pc:sldMk cId="3633140381" sldId="355"/>
        </pc:sldMkLst>
        <pc:spChg chg="mod">
          <ac:chgData name="Nguyen Tran Nguyen Hanh" userId="daedd0f1-c2f2-47e8-8330-353125a6fb4f" providerId="ADAL" clId="{FD5E1491-7818-4B1C-87FA-62BEF28BA754}" dt="2024-12-23T03:41:41.461" v="4238" actId="20577"/>
          <ac:spMkLst>
            <pc:docMk/>
            <pc:sldMk cId="3633140381" sldId="355"/>
            <ac:spMk id="3" creationId="{5DB7532A-B6CC-4B3C-A7AC-6FA409BCA6CB}"/>
          </ac:spMkLst>
        </pc:spChg>
        <pc:spChg chg="del">
          <ac:chgData name="Nguyen Tran Nguyen Hanh" userId="daedd0f1-c2f2-47e8-8330-353125a6fb4f" providerId="ADAL" clId="{FD5E1491-7818-4B1C-87FA-62BEF28BA754}" dt="2024-12-23T03:41:48.236" v="4239" actId="478"/>
          <ac:spMkLst>
            <pc:docMk/>
            <pc:sldMk cId="3633140381" sldId="355"/>
            <ac:spMk id="10" creationId="{692B3F86-9715-4463-8782-0D506BC82FA0}"/>
          </ac:spMkLst>
        </pc:spChg>
        <pc:spChg chg="del">
          <ac:chgData name="Nguyen Tran Nguyen Hanh" userId="daedd0f1-c2f2-47e8-8330-353125a6fb4f" providerId="ADAL" clId="{FD5E1491-7818-4B1C-87FA-62BEF28BA754}" dt="2024-12-23T03:41:48.236" v="4239" actId="478"/>
          <ac:spMkLst>
            <pc:docMk/>
            <pc:sldMk cId="3633140381" sldId="355"/>
            <ac:spMk id="19" creationId="{6371B3EF-32A3-4A39-8E79-B2BFAD46B48C}"/>
          </ac:spMkLst>
        </pc:spChg>
        <pc:spChg chg="add mod">
          <ac:chgData name="Nguyen Tran Nguyen Hanh" userId="daedd0f1-c2f2-47e8-8330-353125a6fb4f" providerId="ADAL" clId="{FD5E1491-7818-4B1C-87FA-62BEF28BA754}" dt="2024-12-23T04:44:05.160" v="4508" actId="1076"/>
          <ac:spMkLst>
            <pc:docMk/>
            <pc:sldMk cId="3633140381" sldId="355"/>
            <ac:spMk id="22" creationId="{974DE862-7871-4CE7-BD90-17883000C004}"/>
          </ac:spMkLst>
        </pc:spChg>
        <pc:spChg chg="add mod">
          <ac:chgData name="Nguyen Tran Nguyen Hanh" userId="daedd0f1-c2f2-47e8-8330-353125a6fb4f" providerId="ADAL" clId="{FD5E1491-7818-4B1C-87FA-62BEF28BA754}" dt="2024-12-23T04:44:51.178" v="4709" actId="114"/>
          <ac:spMkLst>
            <pc:docMk/>
            <pc:sldMk cId="3633140381" sldId="355"/>
            <ac:spMk id="23" creationId="{AED1B261-02E3-490F-AE4F-76E7C96D1308}"/>
          </ac:spMkLst>
        </pc:spChg>
        <pc:spChg chg="add mod">
          <ac:chgData name="Nguyen Tran Nguyen Hanh" userId="daedd0f1-c2f2-47e8-8330-353125a6fb4f" providerId="ADAL" clId="{FD5E1491-7818-4B1C-87FA-62BEF28BA754}" dt="2024-12-23T04:45:34.111" v="4712"/>
          <ac:spMkLst>
            <pc:docMk/>
            <pc:sldMk cId="3633140381" sldId="355"/>
            <ac:spMk id="24" creationId="{6A90A40E-4E23-4715-9FD2-0EBD093FD6A5}"/>
          </ac:spMkLst>
        </pc:spChg>
        <pc:picChg chg="del">
          <ac:chgData name="Nguyen Tran Nguyen Hanh" userId="daedd0f1-c2f2-47e8-8330-353125a6fb4f" providerId="ADAL" clId="{FD5E1491-7818-4B1C-87FA-62BEF28BA754}" dt="2024-12-23T03:41:48.236" v="4239" actId="478"/>
          <ac:picMkLst>
            <pc:docMk/>
            <pc:sldMk cId="3633140381" sldId="355"/>
            <ac:picMk id="5" creationId="{3BEABFCE-955E-45D0-84EA-0D82B7CB2AA1}"/>
          </ac:picMkLst>
        </pc:picChg>
        <pc:picChg chg="add del mod">
          <ac:chgData name="Nguyen Tran Nguyen Hanh" userId="daedd0f1-c2f2-47e8-8330-353125a6fb4f" providerId="ADAL" clId="{FD5E1491-7818-4B1C-87FA-62BEF28BA754}" dt="2024-12-23T03:50:47.631" v="4243" actId="478"/>
          <ac:picMkLst>
            <pc:docMk/>
            <pc:sldMk cId="3633140381" sldId="355"/>
            <ac:picMk id="6" creationId="{2BA903FB-2E95-4554-9C40-D9EB050BACBD}"/>
          </ac:picMkLst>
        </pc:picChg>
        <pc:picChg chg="del">
          <ac:chgData name="Nguyen Tran Nguyen Hanh" userId="daedd0f1-c2f2-47e8-8330-353125a6fb4f" providerId="ADAL" clId="{FD5E1491-7818-4B1C-87FA-62BEF28BA754}" dt="2024-12-23T03:41:48.236" v="4239" actId="478"/>
          <ac:picMkLst>
            <pc:docMk/>
            <pc:sldMk cId="3633140381" sldId="355"/>
            <ac:picMk id="7" creationId="{8A394EB6-3989-46CE-B208-1E6FBE9EC37B}"/>
          </ac:picMkLst>
        </pc:picChg>
        <pc:picChg chg="add mod">
          <ac:chgData name="Nguyen Tran Nguyen Hanh" userId="daedd0f1-c2f2-47e8-8330-353125a6fb4f" providerId="ADAL" clId="{FD5E1491-7818-4B1C-87FA-62BEF28BA754}" dt="2024-12-23T04:20:28.513" v="4256" actId="12789"/>
          <ac:picMkLst>
            <pc:docMk/>
            <pc:sldMk cId="3633140381" sldId="355"/>
            <ac:picMk id="11" creationId="{72A6E7D4-FE79-44AB-B14B-BA3296A3961E}"/>
          </ac:picMkLst>
        </pc:picChg>
        <pc:picChg chg="add mod">
          <ac:chgData name="Nguyen Tran Nguyen Hanh" userId="daedd0f1-c2f2-47e8-8330-353125a6fb4f" providerId="ADAL" clId="{FD5E1491-7818-4B1C-87FA-62BEF28BA754}" dt="2024-12-23T04:20:28.513" v="4256" actId="12789"/>
          <ac:picMkLst>
            <pc:docMk/>
            <pc:sldMk cId="3633140381" sldId="355"/>
            <ac:picMk id="13" creationId="{A47EB107-1200-4CE6-A5A8-A4A1132147FC}"/>
          </ac:picMkLst>
        </pc:picChg>
        <pc:picChg chg="add mod">
          <ac:chgData name="Nguyen Tran Nguyen Hanh" userId="daedd0f1-c2f2-47e8-8330-353125a6fb4f" providerId="ADAL" clId="{FD5E1491-7818-4B1C-87FA-62BEF28BA754}" dt="2024-12-23T04:20:28.513" v="4256" actId="12789"/>
          <ac:picMkLst>
            <pc:docMk/>
            <pc:sldMk cId="3633140381" sldId="355"/>
            <ac:picMk id="15" creationId="{DF2920A4-11BE-4903-B4C9-3AD822FD88EA}"/>
          </ac:picMkLst>
        </pc:picChg>
        <pc:picChg chg="del">
          <ac:chgData name="Nguyen Tran Nguyen Hanh" userId="daedd0f1-c2f2-47e8-8330-353125a6fb4f" providerId="ADAL" clId="{FD5E1491-7818-4B1C-87FA-62BEF28BA754}" dt="2024-12-23T03:41:48.236" v="4239" actId="478"/>
          <ac:picMkLst>
            <pc:docMk/>
            <pc:sldMk cId="3633140381" sldId="355"/>
            <ac:picMk id="16" creationId="{4E1C9CE9-BBB8-4F5A-906A-B9B41C76DB4C}"/>
          </ac:picMkLst>
        </pc:picChg>
        <pc:cxnChg chg="del">
          <ac:chgData name="Nguyen Tran Nguyen Hanh" userId="daedd0f1-c2f2-47e8-8330-353125a6fb4f" providerId="ADAL" clId="{FD5E1491-7818-4B1C-87FA-62BEF28BA754}" dt="2024-12-23T03:41:48.236" v="4239" actId="478"/>
          <ac:cxnSpMkLst>
            <pc:docMk/>
            <pc:sldMk cId="3633140381" sldId="355"/>
            <ac:cxnSpMk id="8" creationId="{EFCDF653-C812-4B77-8951-CD0D4B9E0089}"/>
          </ac:cxnSpMkLst>
        </pc:cxnChg>
        <pc:cxnChg chg="del">
          <ac:chgData name="Nguyen Tran Nguyen Hanh" userId="daedd0f1-c2f2-47e8-8330-353125a6fb4f" providerId="ADAL" clId="{FD5E1491-7818-4B1C-87FA-62BEF28BA754}" dt="2024-12-23T03:41:48.236" v="4239" actId="478"/>
          <ac:cxnSpMkLst>
            <pc:docMk/>
            <pc:sldMk cId="3633140381" sldId="355"/>
            <ac:cxnSpMk id="18" creationId="{A0A0BC01-3B0E-4FFD-9A75-9D31EEA45680}"/>
          </ac:cxnSpMkLst>
        </pc:cxnChg>
        <pc:cxnChg chg="add mod">
          <ac:chgData name="Nguyen Tran Nguyen Hanh" userId="daedd0f1-c2f2-47e8-8330-353125a6fb4f" providerId="ADAL" clId="{FD5E1491-7818-4B1C-87FA-62BEF28BA754}" dt="2024-12-23T04:20:37.670" v="4258" actId="1076"/>
          <ac:cxnSpMkLst>
            <pc:docMk/>
            <pc:sldMk cId="3633140381" sldId="355"/>
            <ac:cxnSpMk id="20" creationId="{052531A6-AEC0-406C-B399-103A85D199E6}"/>
          </ac:cxnSpMkLst>
        </pc:cxnChg>
        <pc:cxnChg chg="add mod">
          <ac:chgData name="Nguyen Tran Nguyen Hanh" userId="daedd0f1-c2f2-47e8-8330-353125a6fb4f" providerId="ADAL" clId="{FD5E1491-7818-4B1C-87FA-62BEF28BA754}" dt="2024-12-23T04:20:43.104" v="4260" actId="1076"/>
          <ac:cxnSpMkLst>
            <pc:docMk/>
            <pc:sldMk cId="3633140381" sldId="355"/>
            <ac:cxnSpMk id="21" creationId="{88DDCFCF-B2CF-4785-943B-95CDDFAB4C58}"/>
          </ac:cxnSpMkLst>
        </pc:cxnChg>
      </pc:sldChg>
      <pc:sldChg chg="addSp delSp modSp add mod">
        <pc:chgData name="Nguyen Tran Nguyen Hanh" userId="daedd0f1-c2f2-47e8-8330-353125a6fb4f" providerId="ADAL" clId="{FD5E1491-7818-4B1C-87FA-62BEF28BA754}" dt="2024-12-23T05:00:02.781" v="6005"/>
        <pc:sldMkLst>
          <pc:docMk/>
          <pc:sldMk cId="2727297629" sldId="356"/>
        </pc:sldMkLst>
        <pc:spChg chg="del">
          <ac:chgData name="Nguyen Tran Nguyen Hanh" userId="daedd0f1-c2f2-47e8-8330-353125a6fb4f" providerId="ADAL" clId="{FD5E1491-7818-4B1C-87FA-62BEF28BA754}" dt="2024-12-23T04:49:52.380" v="4890" actId="478"/>
          <ac:spMkLst>
            <pc:docMk/>
            <pc:sldMk cId="2727297629" sldId="356"/>
            <ac:spMk id="4" creationId="{D9C1AAC6-517C-8B89-43D7-E0D99F17F54B}"/>
          </ac:spMkLst>
        </pc:spChg>
        <pc:spChg chg="del">
          <ac:chgData name="Nguyen Tran Nguyen Hanh" userId="daedd0f1-c2f2-47e8-8330-353125a6fb4f" providerId="ADAL" clId="{FD5E1491-7818-4B1C-87FA-62BEF28BA754}" dt="2024-12-23T04:49:52.380" v="4890" actId="478"/>
          <ac:spMkLst>
            <pc:docMk/>
            <pc:sldMk cId="2727297629" sldId="356"/>
            <ac:spMk id="13" creationId="{0ACE9063-875B-91A0-F112-358453632EE2}"/>
          </ac:spMkLst>
        </pc:spChg>
        <pc:spChg chg="add mod">
          <ac:chgData name="Nguyen Tran Nguyen Hanh" userId="daedd0f1-c2f2-47e8-8330-353125a6fb4f" providerId="ADAL" clId="{FD5E1491-7818-4B1C-87FA-62BEF28BA754}" dt="2024-12-23T04:59:28.647" v="5967" actId="403"/>
          <ac:spMkLst>
            <pc:docMk/>
            <pc:sldMk cId="2727297629" sldId="356"/>
            <ac:spMk id="28" creationId="{D2A718BB-310F-4B4C-A350-115B09192F3F}"/>
          </ac:spMkLst>
        </pc:spChg>
        <pc:spChg chg="add mod">
          <ac:chgData name="Nguyen Tran Nguyen Hanh" userId="daedd0f1-c2f2-47e8-8330-353125a6fb4f" providerId="ADAL" clId="{FD5E1491-7818-4B1C-87FA-62BEF28BA754}" dt="2024-12-23T04:59:51.425" v="6003" actId="1076"/>
          <ac:spMkLst>
            <pc:docMk/>
            <pc:sldMk cId="2727297629" sldId="356"/>
            <ac:spMk id="29" creationId="{D5CD8658-8B81-4118-B797-F54487277424}"/>
          </ac:spMkLst>
        </pc:spChg>
        <pc:spChg chg="add mod">
          <ac:chgData name="Nguyen Tran Nguyen Hanh" userId="daedd0f1-c2f2-47e8-8330-353125a6fb4f" providerId="ADAL" clId="{FD5E1491-7818-4B1C-87FA-62BEF28BA754}" dt="2024-12-23T05:00:02.781" v="6005"/>
          <ac:spMkLst>
            <pc:docMk/>
            <pc:sldMk cId="2727297629" sldId="356"/>
            <ac:spMk id="30" creationId="{44AFBCC2-8AFF-4BE3-B4C7-94CD95045949}"/>
          </ac:spMkLst>
        </pc:spChg>
        <pc:spChg chg="del">
          <ac:chgData name="Nguyen Tran Nguyen Hanh" userId="daedd0f1-c2f2-47e8-8330-353125a6fb4f" providerId="ADAL" clId="{FD5E1491-7818-4B1C-87FA-62BEF28BA754}" dt="2024-12-23T04:49:52.380" v="4890" actId="478"/>
          <ac:spMkLst>
            <pc:docMk/>
            <pc:sldMk cId="2727297629" sldId="356"/>
            <ac:spMk id="54" creationId="{07C1174A-6199-F0AB-66AE-327AB7B6D886}"/>
          </ac:spMkLst>
        </pc:spChg>
        <pc:spChg chg="del">
          <ac:chgData name="Nguyen Tran Nguyen Hanh" userId="daedd0f1-c2f2-47e8-8330-353125a6fb4f" providerId="ADAL" clId="{FD5E1491-7818-4B1C-87FA-62BEF28BA754}" dt="2024-12-23T04:49:52.380" v="4890" actId="478"/>
          <ac:spMkLst>
            <pc:docMk/>
            <pc:sldMk cId="2727297629" sldId="356"/>
            <ac:spMk id="65" creationId="{8D8E85A0-57E1-B160-B137-585C49A52F61}"/>
          </ac:spMkLst>
        </pc:spChg>
        <pc:spChg chg="del">
          <ac:chgData name="Nguyen Tran Nguyen Hanh" userId="daedd0f1-c2f2-47e8-8330-353125a6fb4f" providerId="ADAL" clId="{FD5E1491-7818-4B1C-87FA-62BEF28BA754}" dt="2024-12-23T04:49:52.380" v="4890" actId="478"/>
          <ac:spMkLst>
            <pc:docMk/>
            <pc:sldMk cId="2727297629" sldId="356"/>
            <ac:spMk id="67" creationId="{29F477E1-6266-BE51-C985-11808BA2BB11}"/>
          </ac:spMkLst>
        </pc:spChg>
        <pc:spChg chg="del">
          <ac:chgData name="Nguyen Tran Nguyen Hanh" userId="daedd0f1-c2f2-47e8-8330-353125a6fb4f" providerId="ADAL" clId="{FD5E1491-7818-4B1C-87FA-62BEF28BA754}" dt="2024-12-23T04:49:52.380" v="4890" actId="478"/>
          <ac:spMkLst>
            <pc:docMk/>
            <pc:sldMk cId="2727297629" sldId="356"/>
            <ac:spMk id="117" creationId="{E8F2E50B-F150-48FE-6928-C33D8F3DE87C}"/>
          </ac:spMkLst>
        </pc:spChg>
        <pc:spChg chg="del">
          <ac:chgData name="Nguyen Tran Nguyen Hanh" userId="daedd0f1-c2f2-47e8-8330-353125a6fb4f" providerId="ADAL" clId="{FD5E1491-7818-4B1C-87FA-62BEF28BA754}" dt="2024-12-23T04:49:52.380" v="4890" actId="478"/>
          <ac:spMkLst>
            <pc:docMk/>
            <pc:sldMk cId="2727297629" sldId="356"/>
            <ac:spMk id="118" creationId="{8055051D-C3A9-5ED2-1103-4E50F4F12922}"/>
          </ac:spMkLst>
        </pc:spChg>
        <pc:spChg chg="mod">
          <ac:chgData name="Nguyen Tran Nguyen Hanh" userId="daedd0f1-c2f2-47e8-8330-353125a6fb4f" providerId="ADAL" clId="{FD5E1491-7818-4B1C-87FA-62BEF28BA754}" dt="2024-12-23T04:52:17.866" v="5059" actId="20577"/>
          <ac:spMkLst>
            <pc:docMk/>
            <pc:sldMk cId="2727297629" sldId="356"/>
            <ac:spMk id="163" creationId="{83138263-2D75-4409-6497-465A293B83DD}"/>
          </ac:spMkLst>
        </pc:spChg>
        <pc:picChg chg="del">
          <ac:chgData name="Nguyen Tran Nguyen Hanh" userId="daedd0f1-c2f2-47e8-8330-353125a6fb4f" providerId="ADAL" clId="{FD5E1491-7818-4B1C-87FA-62BEF28BA754}" dt="2024-12-23T04:49:52.380" v="4890" actId="478"/>
          <ac:picMkLst>
            <pc:docMk/>
            <pc:sldMk cId="2727297629" sldId="356"/>
            <ac:picMk id="2" creationId="{00000000-0000-0000-0000-000000000000}"/>
          </ac:picMkLst>
        </pc:picChg>
        <pc:picChg chg="add mod">
          <ac:chgData name="Nguyen Tran Nguyen Hanh" userId="daedd0f1-c2f2-47e8-8330-353125a6fb4f" providerId="ADAL" clId="{FD5E1491-7818-4B1C-87FA-62BEF28BA754}" dt="2024-12-23T04:51:02.274" v="4898" actId="1076"/>
          <ac:picMkLst>
            <pc:docMk/>
            <pc:sldMk cId="2727297629" sldId="356"/>
            <ac:picMk id="5" creationId="{78C93A44-A1F3-4344-93EA-14EF1F3BF318}"/>
          </ac:picMkLst>
        </pc:picChg>
        <pc:picChg chg="add mod">
          <ac:chgData name="Nguyen Tran Nguyen Hanh" userId="daedd0f1-c2f2-47e8-8330-353125a6fb4f" providerId="ADAL" clId="{FD5E1491-7818-4B1C-87FA-62BEF28BA754}" dt="2024-12-23T04:50:55.212" v="4896" actId="1076"/>
          <ac:picMkLst>
            <pc:docMk/>
            <pc:sldMk cId="2727297629" sldId="356"/>
            <ac:picMk id="7" creationId="{146F3E98-6D01-44C1-A4E0-E7ADC03EA003}"/>
          </ac:picMkLst>
        </pc:picChg>
        <pc:picChg chg="del">
          <ac:chgData name="Nguyen Tran Nguyen Hanh" userId="daedd0f1-c2f2-47e8-8330-353125a6fb4f" providerId="ADAL" clId="{FD5E1491-7818-4B1C-87FA-62BEF28BA754}" dt="2024-12-23T04:49:52.380" v="4890" actId="478"/>
          <ac:picMkLst>
            <pc:docMk/>
            <pc:sldMk cId="2727297629" sldId="356"/>
            <ac:picMk id="14" creationId="{1E45B955-E43C-157B-9747-772E0B52B892}"/>
          </ac:picMkLst>
        </pc:picChg>
        <pc:picChg chg="del">
          <ac:chgData name="Nguyen Tran Nguyen Hanh" userId="daedd0f1-c2f2-47e8-8330-353125a6fb4f" providerId="ADAL" clId="{FD5E1491-7818-4B1C-87FA-62BEF28BA754}" dt="2024-12-23T04:49:52.380" v="4890" actId="478"/>
          <ac:picMkLst>
            <pc:docMk/>
            <pc:sldMk cId="2727297629" sldId="356"/>
            <ac:picMk id="25" creationId="{00000000-0000-0000-0000-000000000000}"/>
          </ac:picMkLst>
        </pc:picChg>
        <pc:picChg chg="del">
          <ac:chgData name="Nguyen Tran Nguyen Hanh" userId="daedd0f1-c2f2-47e8-8330-353125a6fb4f" providerId="ADAL" clId="{FD5E1491-7818-4B1C-87FA-62BEF28BA754}" dt="2024-12-23T04:49:52.380" v="4890" actId="478"/>
          <ac:picMkLst>
            <pc:docMk/>
            <pc:sldMk cId="2727297629" sldId="356"/>
            <ac:picMk id="52" creationId="{6C1B3927-A19F-3787-17D1-6F6AF3E5E215}"/>
          </ac:picMkLst>
        </pc:picChg>
        <pc:picChg chg="del">
          <ac:chgData name="Nguyen Tran Nguyen Hanh" userId="daedd0f1-c2f2-47e8-8330-353125a6fb4f" providerId="ADAL" clId="{FD5E1491-7818-4B1C-87FA-62BEF28BA754}" dt="2024-12-23T04:49:52.380" v="4890" actId="478"/>
          <ac:picMkLst>
            <pc:docMk/>
            <pc:sldMk cId="2727297629" sldId="356"/>
            <ac:picMk id="120" creationId="{B3D777B5-A28D-9818-51E2-76737910909C}"/>
          </ac:picMkLst>
        </pc:picChg>
        <pc:picChg chg="del">
          <ac:chgData name="Nguyen Tran Nguyen Hanh" userId="daedd0f1-c2f2-47e8-8330-353125a6fb4f" providerId="ADAL" clId="{FD5E1491-7818-4B1C-87FA-62BEF28BA754}" dt="2024-12-23T04:49:52.380" v="4890" actId="478"/>
          <ac:picMkLst>
            <pc:docMk/>
            <pc:sldMk cId="2727297629" sldId="356"/>
            <ac:picMk id="160" creationId="{CC593FF7-4245-BEA9-F299-DB23C828F504}"/>
          </ac:picMkLst>
        </pc:picChg>
        <pc:cxnChg chg="del mod">
          <ac:chgData name="Nguyen Tran Nguyen Hanh" userId="daedd0f1-c2f2-47e8-8330-353125a6fb4f" providerId="ADAL" clId="{FD5E1491-7818-4B1C-87FA-62BEF28BA754}" dt="2024-12-23T04:49:52.380" v="4890" actId="478"/>
          <ac:cxnSpMkLst>
            <pc:docMk/>
            <pc:sldMk cId="2727297629" sldId="356"/>
            <ac:cxnSpMk id="17" creationId="{E930A691-B63C-46F9-3DDB-216B8E32C901}"/>
          </ac:cxnSpMkLst>
        </pc:cxnChg>
        <pc:cxnChg chg="add mod">
          <ac:chgData name="Nguyen Tran Nguyen Hanh" userId="daedd0f1-c2f2-47e8-8330-353125a6fb4f" providerId="ADAL" clId="{FD5E1491-7818-4B1C-87FA-62BEF28BA754}" dt="2024-12-23T04:51:16.116" v="4901" actId="14100"/>
          <ac:cxnSpMkLst>
            <pc:docMk/>
            <pc:sldMk cId="2727297629" sldId="356"/>
            <ac:cxnSpMk id="26" creationId="{DDE645C8-78D8-4763-BAB5-5196590C0326}"/>
          </ac:cxnSpMkLst>
        </pc:cxnChg>
        <pc:cxnChg chg="del mod">
          <ac:chgData name="Nguyen Tran Nguyen Hanh" userId="daedd0f1-c2f2-47e8-8330-353125a6fb4f" providerId="ADAL" clId="{FD5E1491-7818-4B1C-87FA-62BEF28BA754}" dt="2024-12-23T04:49:52.380" v="4890" actId="478"/>
          <ac:cxnSpMkLst>
            <pc:docMk/>
            <pc:sldMk cId="2727297629" sldId="356"/>
            <ac:cxnSpMk id="91" creationId="{25FB078B-6676-C70F-B1BB-1A67D73DE7A0}"/>
          </ac:cxnSpMkLst>
        </pc:cxnChg>
        <pc:cxnChg chg="del mod">
          <ac:chgData name="Nguyen Tran Nguyen Hanh" userId="daedd0f1-c2f2-47e8-8330-353125a6fb4f" providerId="ADAL" clId="{FD5E1491-7818-4B1C-87FA-62BEF28BA754}" dt="2024-12-23T04:49:52.380" v="4890" actId="478"/>
          <ac:cxnSpMkLst>
            <pc:docMk/>
            <pc:sldMk cId="2727297629" sldId="356"/>
            <ac:cxnSpMk id="97" creationId="{3455CD8F-2317-005D-AE17-7F5D6F16A4A4}"/>
          </ac:cxnSpMkLst>
        </pc:cxnChg>
        <pc:cxnChg chg="del mod">
          <ac:chgData name="Nguyen Tran Nguyen Hanh" userId="daedd0f1-c2f2-47e8-8330-353125a6fb4f" providerId="ADAL" clId="{FD5E1491-7818-4B1C-87FA-62BEF28BA754}" dt="2024-12-23T04:49:52.380" v="4890" actId="478"/>
          <ac:cxnSpMkLst>
            <pc:docMk/>
            <pc:sldMk cId="2727297629" sldId="356"/>
            <ac:cxnSpMk id="152" creationId="{BF5C34DE-D947-8A5E-D0D4-E850BA7E3B41}"/>
          </ac:cxnSpMkLst>
        </pc:cxnChg>
      </pc:sldChg>
      <pc:sldMasterChg chg="modSp mod modSldLayout">
        <pc:chgData name="Nguyen Tran Nguyen Hanh" userId="daedd0f1-c2f2-47e8-8330-353125a6fb4f" providerId="ADAL" clId="{FD5E1491-7818-4B1C-87FA-62BEF28BA754}" dt="2024-12-17T03:06:38.181" v="2350" actId="732"/>
        <pc:sldMasterMkLst>
          <pc:docMk/>
          <pc:sldMasterMk cId="1800450103" sldId="2147483648"/>
        </pc:sldMasterMkLst>
        <pc:spChg chg="mod">
          <ac:chgData name="Nguyen Tran Nguyen Hanh" userId="daedd0f1-c2f2-47e8-8330-353125a6fb4f" providerId="ADAL" clId="{FD5E1491-7818-4B1C-87FA-62BEF28BA754}" dt="2024-12-10T09:27:00.287" v="538" actId="403"/>
          <ac:spMkLst>
            <pc:docMk/>
            <pc:sldMasterMk cId="1800450103" sldId="2147483648"/>
            <ac:spMk id="3" creationId="{98B944EC-471D-4E88-AAD3-2191BD5DC00A}"/>
          </ac:spMkLst>
        </pc:spChg>
        <pc:sldLayoutChg chg="addSp delSp modSp mod">
          <pc:chgData name="Nguyen Tran Nguyen Hanh" userId="daedd0f1-c2f2-47e8-8330-353125a6fb4f" providerId="ADAL" clId="{FD5E1491-7818-4B1C-87FA-62BEF28BA754}" dt="2024-12-17T03:06:38.181" v="2350" actId="732"/>
          <pc:sldLayoutMkLst>
            <pc:docMk/>
            <pc:sldMasterMk cId="1800450103" sldId="2147483648"/>
            <pc:sldLayoutMk cId="132753395" sldId="2147483649"/>
          </pc:sldLayoutMkLst>
          <pc:spChg chg="add del mod">
            <ac:chgData name="Nguyen Tran Nguyen Hanh" userId="daedd0f1-c2f2-47e8-8330-353125a6fb4f" providerId="ADAL" clId="{FD5E1491-7818-4B1C-87FA-62BEF28BA754}" dt="2024-12-10T09:13:55.372" v="462"/>
            <ac:spMkLst>
              <pc:docMk/>
              <pc:sldMasterMk cId="1800450103" sldId="2147483648"/>
              <pc:sldLayoutMk cId="132753395" sldId="2147483649"/>
              <ac:spMk id="6" creationId="{2BAC800D-3476-4EF8-B907-0353AE65FDA5}"/>
            </ac:spMkLst>
          </pc:spChg>
          <pc:spChg chg="add del mod">
            <ac:chgData name="Nguyen Tran Nguyen Hanh" userId="daedd0f1-c2f2-47e8-8330-353125a6fb4f" providerId="ADAL" clId="{FD5E1491-7818-4B1C-87FA-62BEF28BA754}" dt="2024-12-10T09:21:03.792" v="505" actId="478"/>
            <ac:spMkLst>
              <pc:docMk/>
              <pc:sldMasterMk cId="1800450103" sldId="2147483648"/>
              <pc:sldLayoutMk cId="132753395" sldId="2147483649"/>
              <ac:spMk id="9" creationId="{063F75D1-746C-4FF1-B8A0-3F72FE80CF23}"/>
            </ac:spMkLst>
          </pc:spChg>
          <pc:spChg chg="add del mod">
            <ac:chgData name="Nguyen Tran Nguyen Hanh" userId="daedd0f1-c2f2-47e8-8330-353125a6fb4f" providerId="ADAL" clId="{FD5E1491-7818-4B1C-87FA-62BEF28BA754}" dt="2024-12-10T09:21:03.792" v="505" actId="478"/>
            <ac:spMkLst>
              <pc:docMk/>
              <pc:sldMasterMk cId="1800450103" sldId="2147483648"/>
              <pc:sldLayoutMk cId="132753395" sldId="2147483649"/>
              <ac:spMk id="10" creationId="{AE1F127B-B5A6-4133-84A9-42D9BFC77441}"/>
            </ac:spMkLst>
          </pc:spChg>
          <pc:spChg chg="add del mod">
            <ac:chgData name="Nguyen Tran Nguyen Hanh" userId="daedd0f1-c2f2-47e8-8330-353125a6fb4f" providerId="ADAL" clId="{FD5E1491-7818-4B1C-87FA-62BEF28BA754}" dt="2024-12-10T09:27:42.630" v="540" actId="478"/>
            <ac:spMkLst>
              <pc:docMk/>
              <pc:sldMasterMk cId="1800450103" sldId="2147483648"/>
              <pc:sldLayoutMk cId="132753395" sldId="2147483649"/>
              <ac:spMk id="11" creationId="{70213B80-56E1-4C9A-A43B-712FF8F4C098}"/>
            </ac:spMkLst>
          </pc:spChg>
          <pc:spChg chg="add del mod">
            <ac:chgData name="Nguyen Tran Nguyen Hanh" userId="daedd0f1-c2f2-47e8-8330-353125a6fb4f" providerId="ADAL" clId="{FD5E1491-7818-4B1C-87FA-62BEF28BA754}" dt="2024-12-10T09:25:46.357" v="534"/>
            <ac:spMkLst>
              <pc:docMk/>
              <pc:sldMasterMk cId="1800450103" sldId="2147483648"/>
              <pc:sldLayoutMk cId="132753395" sldId="2147483649"/>
              <ac:spMk id="12" creationId="{C743B3B0-3AFA-4900-8C7A-34A55268032D}"/>
            </ac:spMkLst>
          </pc:spChg>
          <pc:spChg chg="add del mod">
            <ac:chgData name="Nguyen Tran Nguyen Hanh" userId="daedd0f1-c2f2-47e8-8330-353125a6fb4f" providerId="ADAL" clId="{FD5E1491-7818-4B1C-87FA-62BEF28BA754}" dt="2024-12-10T09:36:50.736" v="549" actId="478"/>
            <ac:spMkLst>
              <pc:docMk/>
              <pc:sldMasterMk cId="1800450103" sldId="2147483648"/>
              <pc:sldLayoutMk cId="132753395" sldId="2147483649"/>
              <ac:spMk id="13" creationId="{42F70011-070D-4136-A88B-8D2F90E45FED}"/>
            </ac:spMkLst>
          </pc:spChg>
          <pc:picChg chg="mod modCrop">
            <ac:chgData name="Nguyen Tran Nguyen Hanh" userId="daedd0f1-c2f2-47e8-8330-353125a6fb4f" providerId="ADAL" clId="{FD5E1491-7818-4B1C-87FA-62BEF28BA754}" dt="2024-12-17T03:06:38.181" v="2350" actId="732"/>
            <ac:picMkLst>
              <pc:docMk/>
              <pc:sldMasterMk cId="1800450103" sldId="2147483648"/>
              <pc:sldLayoutMk cId="132753395" sldId="2147483649"/>
              <ac:picMk id="3" creationId="{105A5900-2507-543A-1A3F-F0802C47654C}"/>
            </ac:picMkLst>
          </pc:picChg>
          <pc:picChg chg="mod">
            <ac:chgData name="Nguyen Tran Nguyen Hanh" userId="daedd0f1-c2f2-47e8-8330-353125a6fb4f" providerId="ADAL" clId="{FD5E1491-7818-4B1C-87FA-62BEF28BA754}" dt="2024-12-10T09:21:54.575" v="511" actId="1076"/>
            <ac:picMkLst>
              <pc:docMk/>
              <pc:sldMasterMk cId="1800450103" sldId="2147483648"/>
              <pc:sldLayoutMk cId="132753395" sldId="2147483649"/>
              <ac:picMk id="8" creationId="{BA820094-3CA6-8D7D-24BA-C1C8908AF61C}"/>
            </ac:picMkLst>
          </pc:picChg>
        </pc:sldLayoutChg>
        <pc:sldLayoutChg chg="addSp delSp modSp mod">
          <pc:chgData name="Nguyen Tran Nguyen Hanh" userId="daedd0f1-c2f2-47e8-8330-353125a6fb4f" providerId="ADAL" clId="{FD5E1491-7818-4B1C-87FA-62BEF28BA754}" dt="2024-12-10T09:36:53.675" v="550" actId="478"/>
          <pc:sldLayoutMkLst>
            <pc:docMk/>
            <pc:sldMasterMk cId="1800450103" sldId="2147483648"/>
            <pc:sldLayoutMk cId="1766773736" sldId="2147483654"/>
          </pc:sldLayoutMkLst>
          <pc:spChg chg="add del mod">
            <ac:chgData name="Nguyen Tran Nguyen Hanh" userId="daedd0f1-c2f2-47e8-8330-353125a6fb4f" providerId="ADAL" clId="{FD5E1491-7818-4B1C-87FA-62BEF28BA754}" dt="2024-12-10T09:36:53.675" v="550" actId="478"/>
            <ac:spMkLst>
              <pc:docMk/>
              <pc:sldMasterMk cId="1800450103" sldId="2147483648"/>
              <pc:sldLayoutMk cId="1766773736" sldId="2147483654"/>
              <ac:spMk id="2" creationId="{1E91BBE2-DBE8-4E50-8CA2-6E388236FBE5}"/>
            </ac:spMkLst>
          </pc:spChg>
          <pc:spChg chg="add del mod">
            <ac:chgData name="Nguyen Tran Nguyen Hanh" userId="daedd0f1-c2f2-47e8-8330-353125a6fb4f" providerId="ADAL" clId="{FD5E1491-7818-4B1C-87FA-62BEF28BA754}" dt="2024-12-10T09:27:47.116" v="541" actId="478"/>
            <ac:spMkLst>
              <pc:docMk/>
              <pc:sldMasterMk cId="1800450103" sldId="2147483648"/>
              <pc:sldLayoutMk cId="1766773736" sldId="2147483654"/>
              <ac:spMk id="6" creationId="{21543B87-7E8D-4B64-A2D7-D1F4AD59B0F6}"/>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73CC38A-B506-47B0-B1F8-58D81C47361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87EC2A4-C2E3-430B-8B0D-072E3FAC68E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40A5332-BB79-43F5-9955-308DC7B79D6A}" type="datetimeFigureOut">
              <a:rPr lang="en-US" smtClean="0"/>
              <a:t>3/23/2026</a:t>
            </a:fld>
            <a:endParaRPr lang="en-US"/>
          </a:p>
        </p:txBody>
      </p:sp>
      <p:sp>
        <p:nvSpPr>
          <p:cNvPr id="4" name="Footer Placeholder 3">
            <a:extLst>
              <a:ext uri="{FF2B5EF4-FFF2-40B4-BE49-F238E27FC236}">
                <a16:creationId xmlns:a16="http://schemas.microsoft.com/office/drawing/2014/main" id="{86979761-A3C1-4FB4-B24C-4B773B4CC76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50272CA-AFBA-41F6-8D93-1B9B6DB58DC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D89B88F-F616-4CD5-9279-D8A663646811}" type="slidenum">
              <a:rPr lang="en-US" smtClean="0"/>
              <a:t>‹#›</a:t>
            </a:fld>
            <a:endParaRPr lang="en-US"/>
          </a:p>
        </p:txBody>
      </p:sp>
    </p:spTree>
    <p:extLst>
      <p:ext uri="{BB962C8B-B14F-4D97-AF65-F5344CB8AC3E}">
        <p14:creationId xmlns:p14="http://schemas.microsoft.com/office/powerpoint/2010/main" val="3160994868"/>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6F1AA1-6758-4B13-B1A4-6089513BF50D}" type="datetimeFigureOut">
              <a:rPr lang="en-US" smtClean="0"/>
              <a:t>3/23/2026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010AD9-B37A-4EEB-AD92-D0B81F558082}" type="slidenum">
              <a:rPr lang="en-US" smtClean="0"/>
              <a:t>‹#›</a:t>
            </a:fld>
            <a:endParaRPr lang="en-US"/>
          </a:p>
        </p:txBody>
      </p:sp>
    </p:spTree>
    <p:extLst>
      <p:ext uri="{BB962C8B-B14F-4D97-AF65-F5344CB8AC3E}">
        <p14:creationId xmlns:p14="http://schemas.microsoft.com/office/powerpoint/2010/main" val="3751205440"/>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descr="Blue text on a black background  Description automatically generated">
            <a:extLst>
              <a:ext uri="{FF2B5EF4-FFF2-40B4-BE49-F238E27FC236}">
                <a16:creationId xmlns:a16="http://schemas.microsoft.com/office/drawing/2014/main" id="{562718CE-150F-E5AA-4243-E883BCEC2493}"/>
              </a:ext>
            </a:extLst>
          </p:cNvPr>
          <p:cNvPicPr>
            <a:picLocks noChangeAspect="1"/>
          </p:cNvPicPr>
          <p:nvPr userDrawn="1"/>
        </p:nvPicPr>
        <p:blipFill>
          <a:blip r:embed="rId2"/>
          <a:stretch>
            <a:fillRect/>
          </a:stretch>
        </p:blipFill>
        <p:spPr>
          <a:xfrm>
            <a:off x="9629321" y="426977"/>
            <a:ext cx="2283879" cy="623984"/>
          </a:xfrm>
          <a:prstGeom prst="rect">
            <a:avLst/>
          </a:prstGeom>
        </p:spPr>
      </p:pic>
      <p:pic>
        <p:nvPicPr>
          <p:cNvPr id="8" name="Picture 7">
            <a:extLst>
              <a:ext uri="{FF2B5EF4-FFF2-40B4-BE49-F238E27FC236}">
                <a16:creationId xmlns:a16="http://schemas.microsoft.com/office/drawing/2014/main" id="{BA820094-3CA6-8D7D-24BA-C1C8908AF61C}"/>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0" y="3848400"/>
            <a:ext cx="12216559" cy="3009600"/>
          </a:xfrm>
          <a:prstGeom prst="rect">
            <a:avLst/>
          </a:prstGeom>
        </p:spPr>
      </p:pic>
      <p:pic>
        <p:nvPicPr>
          <p:cNvPr id="5" name="Picture 4">
            <a:extLst>
              <a:ext uri="{FF2B5EF4-FFF2-40B4-BE49-F238E27FC236}">
                <a16:creationId xmlns:a16="http://schemas.microsoft.com/office/drawing/2014/main" id="{289E0347-87A4-E8E0-AE44-4FBC898940BF}"/>
              </a:ext>
            </a:extLst>
          </p:cNvPr>
          <p:cNvPicPr>
            <a:picLocks noChangeAspect="1"/>
          </p:cNvPicPr>
          <p:nvPr userDrawn="1"/>
        </p:nvPicPr>
        <p:blipFill>
          <a:blip r:embed="rId4"/>
          <a:stretch>
            <a:fillRect/>
          </a:stretch>
        </p:blipFill>
        <p:spPr>
          <a:xfrm flipH="1">
            <a:off x="628571" y="426977"/>
            <a:ext cx="62978" cy="656468"/>
          </a:xfrm>
          <a:prstGeom prst="rect">
            <a:avLst/>
          </a:prstGeom>
        </p:spPr>
      </p:pic>
      <p:grpSp>
        <p:nvGrpSpPr>
          <p:cNvPr id="2" name="Group 1">
            <a:extLst>
              <a:ext uri="{FF2B5EF4-FFF2-40B4-BE49-F238E27FC236}">
                <a16:creationId xmlns:a16="http://schemas.microsoft.com/office/drawing/2014/main" id="{0ED075ED-CDED-A49D-17A2-59B5EA62E157}"/>
              </a:ext>
            </a:extLst>
          </p:cNvPr>
          <p:cNvGrpSpPr/>
          <p:nvPr userDrawn="1"/>
        </p:nvGrpSpPr>
        <p:grpSpPr>
          <a:xfrm>
            <a:off x="628570" y="1083445"/>
            <a:ext cx="7953367" cy="750465"/>
            <a:chOff x="2343150" y="5337345"/>
            <a:chExt cx="7172998" cy="750319"/>
          </a:xfrm>
        </p:grpSpPr>
        <p:pic>
          <p:nvPicPr>
            <p:cNvPr id="3" name="bg object 17">
              <a:extLst>
                <a:ext uri="{FF2B5EF4-FFF2-40B4-BE49-F238E27FC236}">
                  <a16:creationId xmlns:a16="http://schemas.microsoft.com/office/drawing/2014/main" id="{105A5900-2507-543A-1A3F-F0802C47654C}"/>
                </a:ext>
              </a:extLst>
            </p:cNvPr>
            <p:cNvPicPr/>
            <p:nvPr/>
          </p:nvPicPr>
          <p:blipFill rotWithShape="1">
            <a:blip r:embed="rId5" cstate="print"/>
            <a:srcRect t="1" r="5122" b="-7795"/>
            <a:stretch/>
          </p:blipFill>
          <p:spPr>
            <a:xfrm>
              <a:off x="2343150" y="5337345"/>
              <a:ext cx="7172998" cy="750319"/>
            </a:xfrm>
            <a:prstGeom prst="rect">
              <a:avLst/>
            </a:prstGeom>
          </p:spPr>
        </p:pic>
        <p:sp>
          <p:nvSpPr>
            <p:cNvPr id="4" name="TextBox 3">
              <a:extLst>
                <a:ext uri="{FF2B5EF4-FFF2-40B4-BE49-F238E27FC236}">
                  <a16:creationId xmlns:a16="http://schemas.microsoft.com/office/drawing/2014/main" id="{9180FD38-811D-A36C-E3B4-1881CE4C67BE}"/>
                </a:ext>
              </a:extLst>
            </p:cNvPr>
            <p:cNvSpPr txBox="1"/>
            <p:nvPr/>
          </p:nvSpPr>
          <p:spPr>
            <a:xfrm>
              <a:off x="3009564" y="5547251"/>
              <a:ext cx="4132208" cy="400032"/>
            </a:xfrm>
            <a:prstGeom prst="rect">
              <a:avLst/>
            </a:prstGeom>
            <a:noFill/>
          </p:spPr>
          <p:txBody>
            <a:bodyPr wrap="square" lIns="91440" tIns="45720" rIns="91440" bIns="45720" rtlCol="0" anchor="t">
              <a:spAutoFit/>
            </a:bodyPr>
            <a:lstStyle/>
            <a:p>
              <a:endParaRPr lang="en-US" sz="2000" b="1">
                <a:solidFill>
                  <a:schemeClr val="accent1">
                    <a:lumMod val="50000"/>
                  </a:schemeClr>
                </a:solidFill>
                <a:latin typeface="Segoe UI" panose="020B0502040204020203" pitchFamily="34" charset="0"/>
                <a:cs typeface="Segoe UI" panose="020B0502040204020203" pitchFamily="34" charset="0"/>
              </a:endParaRPr>
            </a:p>
          </p:txBody>
        </p:sp>
      </p:grpSp>
    </p:spTree>
    <p:extLst>
      <p:ext uri="{BB962C8B-B14F-4D97-AF65-F5344CB8AC3E}">
        <p14:creationId xmlns:p14="http://schemas.microsoft.com/office/powerpoint/2010/main" val="1327533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pic>
        <p:nvPicPr>
          <p:cNvPr id="7" name="Picture 6" descr="Blue text on a black background  Description automatically generated">
            <a:extLst>
              <a:ext uri="{FF2B5EF4-FFF2-40B4-BE49-F238E27FC236}">
                <a16:creationId xmlns:a16="http://schemas.microsoft.com/office/drawing/2014/main" id="{562718CE-150F-E5AA-4243-E883BCEC2493}"/>
              </a:ext>
            </a:extLst>
          </p:cNvPr>
          <p:cNvPicPr>
            <a:picLocks noChangeAspect="1"/>
          </p:cNvPicPr>
          <p:nvPr userDrawn="1"/>
        </p:nvPicPr>
        <p:blipFill>
          <a:blip r:embed="rId2"/>
          <a:stretch>
            <a:fillRect/>
          </a:stretch>
        </p:blipFill>
        <p:spPr>
          <a:xfrm>
            <a:off x="9629321" y="426977"/>
            <a:ext cx="2283879" cy="623984"/>
          </a:xfrm>
          <a:prstGeom prst="rect">
            <a:avLst/>
          </a:prstGeom>
        </p:spPr>
      </p:pic>
      <p:pic>
        <p:nvPicPr>
          <p:cNvPr id="8" name="Picture 7">
            <a:extLst>
              <a:ext uri="{FF2B5EF4-FFF2-40B4-BE49-F238E27FC236}">
                <a16:creationId xmlns:a16="http://schemas.microsoft.com/office/drawing/2014/main" id="{BA820094-3CA6-8D7D-24BA-C1C8908AF61C}"/>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0" y="3848400"/>
            <a:ext cx="12216559" cy="3009600"/>
          </a:xfrm>
          <a:prstGeom prst="rect">
            <a:avLst/>
          </a:prstGeom>
        </p:spPr>
      </p:pic>
      <p:pic>
        <p:nvPicPr>
          <p:cNvPr id="5" name="Picture 4">
            <a:extLst>
              <a:ext uri="{FF2B5EF4-FFF2-40B4-BE49-F238E27FC236}">
                <a16:creationId xmlns:a16="http://schemas.microsoft.com/office/drawing/2014/main" id="{289E0347-87A4-E8E0-AE44-4FBC898940BF}"/>
              </a:ext>
            </a:extLst>
          </p:cNvPr>
          <p:cNvPicPr>
            <a:picLocks noChangeAspect="1"/>
          </p:cNvPicPr>
          <p:nvPr userDrawn="1"/>
        </p:nvPicPr>
        <p:blipFill>
          <a:blip r:embed="rId4"/>
          <a:stretch>
            <a:fillRect/>
          </a:stretch>
        </p:blipFill>
        <p:spPr>
          <a:xfrm flipH="1">
            <a:off x="628571" y="426977"/>
            <a:ext cx="62978" cy="656468"/>
          </a:xfrm>
          <a:prstGeom prst="rect">
            <a:avLst/>
          </a:prstGeom>
        </p:spPr>
      </p:pic>
    </p:spTree>
    <p:extLst>
      <p:ext uri="{BB962C8B-B14F-4D97-AF65-F5344CB8AC3E}">
        <p14:creationId xmlns:p14="http://schemas.microsoft.com/office/powerpoint/2010/main" val="17667737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7" name="Picture 6" descr="Blue text on a black background  Description automatically generated">
            <a:extLst>
              <a:ext uri="{FF2B5EF4-FFF2-40B4-BE49-F238E27FC236}">
                <a16:creationId xmlns:a16="http://schemas.microsoft.com/office/drawing/2014/main" id="{562718CE-150F-E5AA-4243-E883BCEC2493}"/>
              </a:ext>
            </a:extLst>
          </p:cNvPr>
          <p:cNvPicPr>
            <a:picLocks noChangeAspect="1"/>
          </p:cNvPicPr>
          <p:nvPr userDrawn="1"/>
        </p:nvPicPr>
        <p:blipFill>
          <a:blip r:embed="rId2"/>
          <a:stretch>
            <a:fillRect/>
          </a:stretch>
        </p:blipFill>
        <p:spPr>
          <a:xfrm>
            <a:off x="9629321" y="426977"/>
            <a:ext cx="2283879" cy="623984"/>
          </a:xfrm>
          <a:prstGeom prst="rect">
            <a:avLst/>
          </a:prstGeom>
        </p:spPr>
      </p:pic>
      <p:pic>
        <p:nvPicPr>
          <p:cNvPr id="8" name="Picture 7">
            <a:extLst>
              <a:ext uri="{FF2B5EF4-FFF2-40B4-BE49-F238E27FC236}">
                <a16:creationId xmlns:a16="http://schemas.microsoft.com/office/drawing/2014/main" id="{BA820094-3CA6-8D7D-24BA-C1C8908AF61C}"/>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0" y="3848400"/>
            <a:ext cx="12216559" cy="3009600"/>
          </a:xfrm>
          <a:prstGeom prst="rect">
            <a:avLst/>
          </a:prstGeom>
        </p:spPr>
      </p:pic>
      <p:sp>
        <p:nvSpPr>
          <p:cNvPr id="6" name="Title 8">
            <a:extLst>
              <a:ext uri="{FF2B5EF4-FFF2-40B4-BE49-F238E27FC236}">
                <a16:creationId xmlns:a16="http://schemas.microsoft.com/office/drawing/2014/main" id="{D33CCF12-AA2E-5E6F-466F-420CDEBFCA64}"/>
              </a:ext>
            </a:extLst>
          </p:cNvPr>
          <p:cNvSpPr>
            <a:spLocks noGrp="1"/>
          </p:cNvSpPr>
          <p:nvPr>
            <p:ph type="title" idx="4294967295"/>
          </p:nvPr>
        </p:nvSpPr>
        <p:spPr>
          <a:xfrm>
            <a:off x="3137694" y="1812925"/>
            <a:ext cx="5916612" cy="849313"/>
          </a:xfrm>
          <a:prstGeom prst="rect">
            <a:avLst/>
          </a:prstGeom>
        </p:spPr>
        <p:txBody>
          <a:bodyPr>
            <a:normAutofit/>
          </a:bodyPr>
          <a:lstStyle/>
          <a:p>
            <a:pPr algn="ctr"/>
            <a:r>
              <a:rPr lang="en-US" b="1">
                <a:solidFill>
                  <a:schemeClr val="accent1">
                    <a:lumMod val="50000"/>
                  </a:schemeClr>
                </a:solidFill>
                <a:latin typeface="Segoe UI"/>
                <a:cs typeface="Segoe UI"/>
              </a:rPr>
              <a:t>Thank you! </a:t>
            </a:r>
            <a:endParaRPr lang="en-US" b="1">
              <a:solidFill>
                <a:schemeClr val="accent1">
                  <a:lumMod val="50000"/>
                </a:schemeClr>
              </a:solidFill>
              <a:latin typeface="Segoe UI" panose="020B0502040204020203" pitchFamily="34" charset="0"/>
              <a:cs typeface="Segoe UI" panose="020B0502040204020203" pitchFamily="34" charset="0"/>
            </a:endParaRPr>
          </a:p>
        </p:txBody>
      </p:sp>
      <p:pic>
        <p:nvPicPr>
          <p:cNvPr id="9" name="Picture 8" descr="Cartoon character with blue helmet and white coat and stethoscope  Description automatically generated">
            <a:extLst>
              <a:ext uri="{FF2B5EF4-FFF2-40B4-BE49-F238E27FC236}">
                <a16:creationId xmlns:a16="http://schemas.microsoft.com/office/drawing/2014/main" id="{2136C9D7-D30E-34C3-72A5-73518A296033}"/>
              </a:ext>
            </a:extLst>
          </p:cNvPr>
          <p:cNvPicPr>
            <a:picLocks noChangeAspect="1"/>
          </p:cNvPicPr>
          <p:nvPr userDrawn="1"/>
        </p:nvPicPr>
        <p:blipFill>
          <a:blip r:embed="rId4"/>
          <a:stretch>
            <a:fillRect/>
          </a:stretch>
        </p:blipFill>
        <p:spPr>
          <a:xfrm>
            <a:off x="4607476" y="2924826"/>
            <a:ext cx="2752880" cy="2995865"/>
          </a:xfrm>
          <a:prstGeom prst="rect">
            <a:avLst/>
          </a:prstGeom>
        </p:spPr>
      </p:pic>
    </p:spTree>
    <p:extLst>
      <p:ext uri="{BB962C8B-B14F-4D97-AF65-F5344CB8AC3E}">
        <p14:creationId xmlns:p14="http://schemas.microsoft.com/office/powerpoint/2010/main" val="9452962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2050" name="Picture 2" descr="Blue text on a black background  Description automatically generated">
            <a:extLst>
              <a:ext uri="{FF2B5EF4-FFF2-40B4-BE49-F238E27FC236}">
                <a16:creationId xmlns:a16="http://schemas.microsoft.com/office/drawing/2014/main" id="{2A67C715-E1B6-E89F-78D3-270514BFBF29}"/>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305435"/>
            <a:ext cx="6811010" cy="1860852"/>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 descr="A blue and white building with white text  Description automatically generated">
            <a:extLst>
              <a:ext uri="{FF2B5EF4-FFF2-40B4-BE49-F238E27FC236}">
                <a16:creationId xmlns:a16="http://schemas.microsoft.com/office/drawing/2014/main" id="{0A5CEBBF-F3CB-2929-6EAD-AA37815C693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96228" y="2791905"/>
            <a:ext cx="4654232" cy="387852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2DED02F7-F272-9B41-255A-0FFC0F767AB7}"/>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0" y="3848400"/>
            <a:ext cx="12216559" cy="3009600"/>
          </a:xfrm>
          <a:prstGeom prst="rect">
            <a:avLst/>
          </a:prstGeom>
        </p:spPr>
      </p:pic>
    </p:spTree>
    <p:extLst>
      <p:ext uri="{BB962C8B-B14F-4D97-AF65-F5344CB8AC3E}">
        <p14:creationId xmlns:p14="http://schemas.microsoft.com/office/powerpoint/2010/main" val="398100629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0450103"/>
      </p:ext>
    </p:extLst>
  </p:cSld>
  <p:clrMap bg1="lt1" tx1="dk1" bg2="lt2" tx2="dk2" accent1="accent1" accent2="accent2" accent3="accent3" accent4="accent4" accent5="accent5" accent6="accent6" hlink="hlink" folHlink="folHlink"/>
  <p:sldLayoutIdLst>
    <p:sldLayoutId id="2147483649" r:id="rId1"/>
    <p:sldLayoutId id="2147483654" r:id="rId2"/>
    <p:sldLayoutId id="2147483652" r:id="rId3"/>
    <p:sldLayoutId id="2147483650"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Box 30"/>
          <p:cNvSpPr txBox="1"/>
          <p:nvPr/>
        </p:nvSpPr>
        <p:spPr>
          <a:xfrm>
            <a:off x="4641874" y="3124215"/>
            <a:ext cx="6764124" cy="2308324"/>
          </a:xfrm>
          <a:prstGeom prst="rect">
            <a:avLst/>
          </a:prstGeom>
          <a:noFill/>
        </p:spPr>
        <p:txBody>
          <a:bodyPr wrap="square" lIns="91440" tIns="45720" rIns="91440" bIns="45720" rtlCol="0" anchor="t">
            <a:spAutoFit/>
          </a:bodyPr>
          <a:lstStyle/>
          <a:p>
            <a:pPr lvl="1" algn="ctr"/>
            <a:r>
              <a:rPr lang="vi-VN" sz="4800" b="1" dirty="0">
                <a:solidFill>
                  <a:srgbClr val="1E3385"/>
                </a:solidFill>
                <a:latin typeface="Segoe UI"/>
                <a:cs typeface="Segoe UI"/>
              </a:rPr>
              <a:t>HƯỚNG DẪN SỬ DỤNG ĐIỂM GIA ĐÌNH (FRIEND SELL)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64423" y="431539"/>
            <a:ext cx="6702252" cy="584775"/>
          </a:xfrm>
          <a:prstGeom prst="rect">
            <a:avLst/>
          </a:prstGeom>
          <a:noFill/>
        </p:spPr>
        <p:txBody>
          <a:bodyPr wrap="square" lIns="91440" tIns="45720" rIns="91440" bIns="45720" rtlCol="0" anchor="t">
            <a:spAutoFit/>
          </a:bodyPr>
          <a:lstStyle/>
          <a:p>
            <a:r>
              <a:rPr lang="vi-VN" sz="3200" b="1" dirty="0">
                <a:solidFill>
                  <a:schemeClr val="accent1">
                    <a:lumMod val="50000"/>
                  </a:schemeClr>
                </a:solidFill>
                <a:latin typeface="Segoe UI"/>
                <a:cs typeface="Segoe UI"/>
              </a:rPr>
              <a:t>1. Mục đích</a:t>
            </a:r>
          </a:p>
        </p:txBody>
      </p:sp>
      <p:sp>
        <p:nvSpPr>
          <p:cNvPr id="10" name="TextBox 9"/>
          <p:cNvSpPr txBox="1"/>
          <p:nvPr/>
        </p:nvSpPr>
        <p:spPr>
          <a:xfrm>
            <a:off x="764423" y="1488764"/>
            <a:ext cx="10663154" cy="3364704"/>
          </a:xfrm>
          <a:prstGeom prst="rect">
            <a:avLst/>
          </a:prstGeom>
          <a:noFill/>
        </p:spPr>
        <p:txBody>
          <a:bodyPr wrap="square">
            <a:spAutoFit/>
          </a:bodyPr>
          <a:lstStyle/>
          <a:p>
            <a:pPr>
              <a:lnSpc>
                <a:spcPct val="150000"/>
              </a:lnSpc>
            </a:pPr>
            <a:r>
              <a:rPr lang="vi-VN" dirty="0">
                <a:solidFill>
                  <a:srgbClr val="203864"/>
                </a:solidFill>
                <a:latin typeface="Segoe UI"/>
                <a:cs typeface="Segoe UI"/>
              </a:rPr>
              <a:t>Hướng dẫn này mô tả cách sử dụng tính năng Điểm Gia Đình trong hệ thống F-Sell, cho phép các thành viên trong gia đình Long Châu chia sẻ và sử dụng điểm thưởng lẫn nhau khi mua hàng.</a:t>
            </a:r>
          </a:p>
          <a:p>
            <a:pPr>
              <a:lnSpc>
                <a:spcPct val="150000"/>
              </a:lnSpc>
            </a:pPr>
            <a:endParaRPr lang="vi-VN" dirty="0">
              <a:solidFill>
                <a:srgbClr val="203864"/>
              </a:solidFill>
              <a:latin typeface="Segoe UI"/>
              <a:cs typeface="Segoe UI"/>
            </a:endParaRPr>
          </a:p>
          <a:p>
            <a:pPr>
              <a:lnSpc>
                <a:spcPct val="150000"/>
              </a:lnSpc>
            </a:pPr>
            <a:r>
              <a:rPr lang="vi-VN" dirty="0">
                <a:solidFill>
                  <a:srgbClr val="203864"/>
                </a:solidFill>
                <a:latin typeface="Segoe UI"/>
                <a:cs typeface="Segoe UI"/>
              </a:rPr>
              <a:t>Tính năng này giúp tối ưu việc sử dụng điểm sắp hết hạn của các thành viên trong gia đình, tránh lãng phí điểm thưởng và mang lại nhiều lợi ích hơn cho khách hàng gia đình Long Châu.</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54247" y="430918"/>
            <a:ext cx="9259330" cy="584775"/>
          </a:xfrm>
          <a:prstGeom prst="rect">
            <a:avLst/>
          </a:prstGeom>
          <a:noFill/>
        </p:spPr>
        <p:txBody>
          <a:bodyPr wrap="square" lIns="91440" tIns="45720" rIns="91440" bIns="45720" rtlCol="0" anchor="t">
            <a:spAutoFit/>
          </a:bodyPr>
          <a:lstStyle/>
          <a:p>
            <a:r>
              <a:rPr lang="vi-VN" sz="3200" b="1" dirty="0">
                <a:solidFill>
                  <a:schemeClr val="accent1">
                    <a:lumMod val="50000"/>
                  </a:schemeClr>
                </a:solidFill>
                <a:latin typeface="Segoe UI"/>
                <a:cs typeface="Segoe UI"/>
              </a:rPr>
              <a:t>2. Lưu ý tổng quan</a:t>
            </a:r>
          </a:p>
        </p:txBody>
      </p:sp>
      <p:sp>
        <p:nvSpPr>
          <p:cNvPr id="3" name="Rectangle 1"/>
          <p:cNvSpPr>
            <a:spLocks noChangeArrowheads="1"/>
          </p:cNvSpPr>
          <p:nvPr/>
        </p:nvSpPr>
        <p:spPr bwMode="auto">
          <a:xfrm>
            <a:off x="754247" y="1200000"/>
            <a:ext cx="10853836" cy="3600000"/>
          </a:xfrm>
          <a:prstGeom prst="rect">
            <a:avLst/>
          </a:prstGeom>
          <a:noFill/>
          <a:ln>
            <a:noFill/>
          </a:ln>
          <a:extLst>
            <a:ext uri="{909E8E84-426E-40DD-AFC4-6F175D3DCCD1}">
              <a14:hiddenFill xmlns:a14="http://schemas.microsoft.com/office/drawing/2010/main">
                <a:solidFill>
                  <a:schemeClr val="accent1"/>
                </a:solidFill>
              </a14:hiddenFill>
            </a:ext>
          </a:extLst>
        </p:spPr>
        <p:txBody>
          <a:bodyPr vert="horz" wrap="square" lIns="91440" tIns="91440" rIns="91440" bIns="91440" numCol="1" anchor="t">
            <a:normAutofit/>
          </a:bodyPr>
          <a:lstStyle/>
          <a:p>
            <a:pPr marL="342900" indent="-342900">
              <a:lnSpc>
                <a:spcPct val="150000"/>
              </a:lnSpc>
              <a:buFont typeface="+mj-lt"/>
              <a:buAutoNum type="arabicPeriod"/>
            </a:pPr>
            <a:r>
              <a:rPr lang="vi-VN" dirty="0">
                <a:solidFill>
                  <a:srgbClr val="203864"/>
                </a:solidFill>
                <a:latin typeface="Segoe UI"/>
                <a:cs typeface="Segoe UI"/>
              </a:rPr>
              <a:t>Tất cả thành viên trong gia đình đều có thể sử dụng </a:t>
            </a:r>
            <a:r>
              <a:rPr lang="vi-VN" b="1" dirty="0">
                <a:solidFill>
                  <a:srgbClr val="203864"/>
                </a:solidFill>
                <a:latin typeface="Segoe UI"/>
                <a:cs typeface="Segoe UI"/>
              </a:rPr>
              <a:t>điểm sắp hết hạn trong vòng 6 tháng</a:t>
            </a:r>
            <a:r>
              <a:rPr lang="vi-VN" dirty="0">
                <a:solidFill>
                  <a:srgbClr val="203864"/>
                </a:solidFill>
                <a:latin typeface="Segoe UI"/>
                <a:cs typeface="Segoe UI"/>
              </a:rPr>
              <a:t> của các thành viên còn lại trong gia đình.</a:t>
            </a:r>
          </a:p>
          <a:p>
            <a:pPr marL="342900" indent="-342900">
              <a:lnSpc>
                <a:spcPct val="150000"/>
              </a:lnSpc>
              <a:buFont typeface="+mj-lt"/>
              <a:buAutoNum type="arabicPeriod"/>
            </a:pPr>
            <a:r>
              <a:rPr lang="vi-VN" dirty="0">
                <a:solidFill>
                  <a:srgbClr val="203864"/>
                </a:solidFill>
                <a:latin typeface="Segoe UI"/>
                <a:cs typeface="Segoe UI"/>
              </a:rPr>
              <a:t>Mỗi user trong gia đình có thể sử dụng 2 loại điểm: </a:t>
            </a:r>
            <a:r>
              <a:rPr lang="vi-VN" b="1" dirty="0">
                <a:solidFill>
                  <a:srgbClr val="203864"/>
                </a:solidFill>
                <a:latin typeface="Segoe UI"/>
                <a:cs typeface="Segoe UI"/>
              </a:rPr>
              <a:t>Điểm cá nhân</a:t>
            </a:r>
            <a:r>
              <a:rPr lang="vi-VN" dirty="0">
                <a:solidFill>
                  <a:srgbClr val="203864"/>
                </a:solidFill>
                <a:latin typeface="Segoe UI"/>
                <a:cs typeface="Segoe UI"/>
              </a:rPr>
              <a:t> (toàn bộ điểm của user có SĐT tích điểm) và </a:t>
            </a:r>
            <a:r>
              <a:rPr lang="vi-VN" b="1" dirty="0">
                <a:solidFill>
                  <a:srgbClr val="203864"/>
                </a:solidFill>
                <a:latin typeface="Segoe UI"/>
                <a:cs typeface="Segoe UI"/>
              </a:rPr>
              <a:t>Điểm gia đình</a:t>
            </a:r>
            <a:r>
              <a:rPr lang="vi-VN" dirty="0">
                <a:solidFill>
                  <a:srgbClr val="203864"/>
                </a:solidFill>
                <a:latin typeface="Segoe UI"/>
                <a:cs typeface="Segoe UI"/>
              </a:rPr>
              <a:t> (điểm sắp hết hạn trong 6 tháng của các thành viên khác, không bao gồm của chính chủ).</a:t>
            </a:r>
          </a:p>
          <a:p>
            <a:pPr marL="342900" indent="-342900">
              <a:lnSpc>
                <a:spcPct val="150000"/>
              </a:lnSpc>
              <a:buFont typeface="+mj-lt"/>
              <a:buAutoNum type="arabicPeriod"/>
            </a:pPr>
            <a:r>
              <a:rPr lang="vi-VN" dirty="0">
                <a:solidFill>
                  <a:srgbClr val="203864"/>
                </a:solidFill>
                <a:latin typeface="Segoe UI"/>
                <a:cs typeface="Segoe UI"/>
              </a:rPr>
              <a:t>Giới hạn mỗi lần đổi điểm: </a:t>
            </a:r>
            <a:r>
              <a:rPr lang="vi-VN" b="1" dirty="0">
                <a:solidFill>
                  <a:srgbClr val="203864"/>
                </a:solidFill>
                <a:latin typeface="Segoe UI"/>
                <a:cs typeface="Segoe UI"/>
              </a:rPr>
              <a:t>không quá 300.000đ hoặc 50% giá trị đơn hàng</a:t>
            </a:r>
            <a:r>
              <a:rPr lang="vi-VN" dirty="0">
                <a:solidFill>
                  <a:srgbClr val="203864"/>
                </a:solidFill>
                <a:latin typeface="Segoe UI"/>
                <a:cs typeface="Segoe UI"/>
              </a:rPr>
              <a:t> – điều kiện nào chạm ngưỡng trước thì áp dụng.</a:t>
            </a:r>
          </a:p>
          <a:p>
            <a:pPr marL="342900" indent="-342900">
              <a:lnSpc>
                <a:spcPct val="150000"/>
              </a:lnSpc>
              <a:buFont typeface="+mj-lt"/>
              <a:buAutoNum type="arabicPeriod"/>
            </a:pPr>
            <a:r>
              <a:rPr lang="vi-VN" b="1" dirty="0">
                <a:solidFill>
                  <a:srgbClr val="203864"/>
                </a:solidFill>
                <a:latin typeface="Segoe UI"/>
                <a:cs typeface="Segoe UI"/>
              </a:rPr>
              <a:t>Phải dùng hết điểm cá nhân trước</a:t>
            </a:r>
            <a:r>
              <a:rPr lang="vi-VN" dirty="0">
                <a:solidFill>
                  <a:srgbClr val="203864"/>
                </a:solidFill>
                <a:latin typeface="Segoe UI"/>
                <a:cs typeface="Segoe UI"/>
              </a:rPr>
              <a:t> mới được phép đổi điểm gia đình.</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54247" y="430918"/>
            <a:ext cx="10853836" cy="584775"/>
          </a:xfrm>
          <a:prstGeom prst="rect">
            <a:avLst/>
          </a:prstGeom>
          <a:noFill/>
        </p:spPr>
        <p:txBody>
          <a:bodyPr wrap="square" lIns="91440" tIns="45720" rIns="91440" bIns="45720" rtlCol="0" anchor="t">
            <a:normAutofit/>
          </a:bodyPr>
          <a:lstStyle/>
          <a:p>
            <a:r>
              <a:rPr lang="vi-VN" sz="3200" b="1" dirty="0">
                <a:solidFill>
                  <a:schemeClr val="accent1">
                    <a:lumMod val="50000"/>
                  </a:schemeClr>
                </a:solidFill>
                <a:latin typeface="Segoe UI"/>
                <a:cs typeface="Segoe UI"/>
              </a:rPr>
              <a:t>3. Hiển thị điểm gia đình ở Giỏ hàng</a:t>
            </a:r>
          </a:p>
        </p:txBody>
      </p:sp>
      <p:sp>
        <p:nvSpPr>
          <p:cNvPr id="3" name="Rectangle 1"/>
          <p:cNvSpPr>
            <a:spLocks noChangeArrowheads="1"/>
          </p:cNvSpPr>
          <p:nvPr/>
        </p:nvSpPr>
        <p:spPr bwMode="auto">
          <a:xfrm>
            <a:off x="592015" y="1540959"/>
            <a:ext cx="6752682" cy="3776081"/>
          </a:xfrm>
          <a:prstGeom prst="rect">
            <a:avLst/>
          </a:prstGeom>
          <a:noFill/>
          <a:ln>
            <a:noFill/>
          </a:ln>
          <a:extLst>
            <a:ext uri="{909E8E84-426E-40DD-AFC4-6F175D3DCCD1}">
              <a14:hiddenFill xmlns:a14="http://schemas.microsoft.com/office/drawing/2010/main">
                <a:solidFill>
                  <a:schemeClr val="accent1"/>
                </a:solidFill>
              </a14:hiddenFill>
            </a:ext>
          </a:extLst>
        </p:spPr>
        <p:txBody>
          <a:bodyPr vert="horz" wrap="square" lIns="91440" tIns="91440" rIns="91440" bIns="91440" numCol="1" anchor="t">
            <a:normAutofit lnSpcReduction="10000"/>
          </a:bodyPr>
          <a:lstStyle/>
          <a:p>
            <a:pPr>
              <a:lnSpc>
                <a:spcPct val="140000"/>
              </a:lnSpc>
            </a:pPr>
            <a:r>
              <a:rPr lang="vi-VN" dirty="0">
                <a:solidFill>
                  <a:srgbClr val="203864"/>
                </a:solidFill>
                <a:latin typeface="Segoe UI"/>
                <a:cs typeface="Segoe UI"/>
              </a:rPr>
              <a:t>Ở giỏ hàng, hệ thống hiển thị thông tin điểm với 2 dòng riêng biệt:</a:t>
            </a:r>
          </a:p>
          <a:p>
            <a:pPr marL="685800" indent="-342900">
              <a:lnSpc>
                <a:spcPct val="140000"/>
              </a:lnSpc>
              <a:buChar char="•"/>
            </a:pPr>
            <a:r>
              <a:rPr lang="vi-VN" b="1" dirty="0">
                <a:solidFill>
                  <a:srgbClr val="203864"/>
                </a:solidFill>
                <a:latin typeface="Segoe UI"/>
                <a:cs typeface="Segoe UI"/>
              </a:rPr>
              <a:t>Điểm F-Sell cá nhân</a:t>
            </a:r>
            <a:r>
              <a:rPr lang="vi-VN" dirty="0">
                <a:solidFill>
                  <a:srgbClr val="203864"/>
                </a:solidFill>
                <a:latin typeface="Segoe UI"/>
                <a:cs typeface="Segoe UI"/>
              </a:rPr>
              <a:t>: Số điểm cá nhân của user hiện tại (VD: 12.000 Điểm)</a:t>
            </a:r>
          </a:p>
          <a:p>
            <a:pPr marL="685800" indent="-342900">
              <a:lnSpc>
                <a:spcPct val="140000"/>
              </a:lnSpc>
              <a:buChar char="•"/>
            </a:pPr>
            <a:r>
              <a:rPr lang="vi-VN" b="1" dirty="0">
                <a:solidFill>
                  <a:srgbClr val="203864"/>
                </a:solidFill>
                <a:latin typeface="Segoe UI"/>
                <a:cs typeface="Segoe UI"/>
              </a:rPr>
              <a:t>Điểm thưởng gia đình Long Châu</a:t>
            </a:r>
            <a:r>
              <a:rPr lang="vi-VN" dirty="0">
                <a:solidFill>
                  <a:srgbClr val="203864"/>
                </a:solidFill>
                <a:latin typeface="Segoe UI"/>
                <a:cs typeface="Segoe UI"/>
              </a:rPr>
              <a:t>: Tổng điểm cá nhân + điểm khả dụng của các thành viên còn lại (VD: 40.500 Điểm)</a:t>
            </a:r>
            <a:endParaRPr lang="en-US" dirty="0">
              <a:solidFill>
                <a:srgbClr val="203864"/>
              </a:solidFill>
              <a:latin typeface="Segoe UI"/>
              <a:cs typeface="Segoe UI"/>
            </a:endParaRPr>
          </a:p>
          <a:p>
            <a:pPr marL="342900">
              <a:lnSpc>
                <a:spcPct val="140000"/>
              </a:lnSpc>
            </a:pPr>
            <a:r>
              <a:rPr lang="en-US" dirty="0">
                <a:solidFill>
                  <a:srgbClr val="203864"/>
                </a:solidFill>
                <a:latin typeface="Segoe UI"/>
                <a:cs typeface="Segoe UI"/>
              </a:rPr>
              <a:t>	</a:t>
            </a:r>
          </a:p>
          <a:p>
            <a:pPr marL="342900">
              <a:lnSpc>
                <a:spcPct val="140000"/>
              </a:lnSpc>
            </a:pPr>
            <a:r>
              <a:rPr lang="vi-VN" dirty="0">
                <a:solidFill>
                  <a:srgbClr val="203864"/>
                </a:solidFill>
                <a:latin typeface="Segoe UI"/>
                <a:cs typeface="Segoe UI"/>
              </a:rPr>
              <a:t>Nhấn nút </a:t>
            </a:r>
            <a:r>
              <a:rPr lang="vi-VN" b="1" dirty="0">
                <a:solidFill>
                  <a:srgbClr val="203864"/>
                </a:solidFill>
                <a:latin typeface="Segoe UI"/>
                <a:cs typeface="Segoe UI"/>
              </a:rPr>
              <a:t>“Đổi điểm”</a:t>
            </a:r>
            <a:r>
              <a:rPr lang="vi-VN" dirty="0">
                <a:solidFill>
                  <a:srgbClr val="203864"/>
                </a:solidFill>
                <a:latin typeface="Segoe UI"/>
                <a:cs typeface="Segoe UI"/>
              </a:rPr>
              <a:t> bên cạnh dòng điểm F-Sell cá nhân để mở pop-up đổi điểm chi tiết.</a:t>
            </a:r>
          </a:p>
        </p:txBody>
      </p:sp>
      <p:pic>
        <p:nvPicPr>
          <p:cNvPr id="4" name="Picture 3">
            <a:extLst>
              <a:ext uri="{FF2B5EF4-FFF2-40B4-BE49-F238E27FC236}">
                <a16:creationId xmlns:a16="http://schemas.microsoft.com/office/drawing/2014/main" id="{62C64EEB-2CA4-45FE-94CD-F0A271435627}"/>
              </a:ext>
            </a:extLst>
          </p:cNvPr>
          <p:cNvPicPr>
            <a:picLocks noChangeAspect="1"/>
          </p:cNvPicPr>
          <p:nvPr/>
        </p:nvPicPr>
        <p:blipFill>
          <a:blip r:embed="rId2"/>
          <a:stretch>
            <a:fillRect/>
          </a:stretch>
        </p:blipFill>
        <p:spPr>
          <a:xfrm>
            <a:off x="7720641" y="1906104"/>
            <a:ext cx="4269798" cy="304578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54247" y="430918"/>
            <a:ext cx="10853836" cy="584775"/>
          </a:xfrm>
          <a:prstGeom prst="rect">
            <a:avLst/>
          </a:prstGeom>
          <a:noFill/>
        </p:spPr>
        <p:txBody>
          <a:bodyPr wrap="square" lIns="91440" tIns="45720" rIns="91440" bIns="45720" rtlCol="0" anchor="t">
            <a:normAutofit/>
          </a:bodyPr>
          <a:lstStyle/>
          <a:p>
            <a:r>
              <a:rPr lang="vi-VN" sz="3200" b="1" dirty="0">
                <a:solidFill>
                  <a:schemeClr val="accent1">
                    <a:lumMod val="50000"/>
                  </a:schemeClr>
                </a:solidFill>
                <a:latin typeface="Segoe UI"/>
                <a:cs typeface="Segoe UI"/>
              </a:rPr>
              <a:t>4. Đổi Điểm F-Sell</a:t>
            </a:r>
            <a:r>
              <a:rPr lang="en-US" sz="3200" b="1" dirty="0">
                <a:solidFill>
                  <a:schemeClr val="accent1">
                    <a:lumMod val="50000"/>
                  </a:schemeClr>
                </a:solidFill>
                <a:latin typeface="Segoe UI"/>
                <a:cs typeface="Segoe UI"/>
              </a:rPr>
              <a:t> </a:t>
            </a:r>
            <a:r>
              <a:rPr lang="en-US" sz="3200" b="1" dirty="0" err="1">
                <a:solidFill>
                  <a:schemeClr val="accent1">
                    <a:lumMod val="50000"/>
                  </a:schemeClr>
                </a:solidFill>
                <a:latin typeface="Segoe UI"/>
                <a:cs typeface="Segoe UI"/>
              </a:rPr>
              <a:t>cá</a:t>
            </a:r>
            <a:r>
              <a:rPr lang="en-US" sz="3200" b="1" dirty="0">
                <a:solidFill>
                  <a:schemeClr val="accent1">
                    <a:lumMod val="50000"/>
                  </a:schemeClr>
                </a:solidFill>
                <a:latin typeface="Segoe UI"/>
                <a:cs typeface="Segoe UI"/>
              </a:rPr>
              <a:t> </a:t>
            </a:r>
            <a:r>
              <a:rPr lang="en-US" sz="3200" b="1" dirty="0" err="1">
                <a:solidFill>
                  <a:schemeClr val="accent1">
                    <a:lumMod val="50000"/>
                  </a:schemeClr>
                </a:solidFill>
                <a:latin typeface="Segoe UI"/>
                <a:cs typeface="Segoe UI"/>
              </a:rPr>
              <a:t>nhân</a:t>
            </a:r>
            <a:r>
              <a:rPr lang="en-US" sz="3200" b="1" dirty="0">
                <a:solidFill>
                  <a:schemeClr val="accent1">
                    <a:lumMod val="50000"/>
                  </a:schemeClr>
                </a:solidFill>
                <a:latin typeface="Segoe UI"/>
                <a:cs typeface="Segoe UI"/>
              </a:rPr>
              <a:t> </a:t>
            </a:r>
            <a:r>
              <a:rPr lang="en-US" sz="3200" b="1" dirty="0" err="1">
                <a:solidFill>
                  <a:schemeClr val="accent1">
                    <a:lumMod val="50000"/>
                  </a:schemeClr>
                </a:solidFill>
                <a:latin typeface="Segoe UI"/>
                <a:cs typeface="Segoe UI"/>
              </a:rPr>
              <a:t>và</a:t>
            </a:r>
            <a:r>
              <a:rPr lang="en-US" sz="3200" b="1" dirty="0">
                <a:solidFill>
                  <a:schemeClr val="accent1">
                    <a:lumMod val="50000"/>
                  </a:schemeClr>
                </a:solidFill>
                <a:latin typeface="Segoe UI"/>
                <a:cs typeface="Segoe UI"/>
              </a:rPr>
              <a:t> </a:t>
            </a:r>
            <a:r>
              <a:rPr lang="en-US" sz="3200" b="1" dirty="0" err="1">
                <a:solidFill>
                  <a:schemeClr val="accent1">
                    <a:lumMod val="50000"/>
                  </a:schemeClr>
                </a:solidFill>
                <a:latin typeface="Segoe UI"/>
                <a:cs typeface="Segoe UI"/>
              </a:rPr>
              <a:t>gia</a:t>
            </a:r>
            <a:r>
              <a:rPr lang="en-US" sz="3200" b="1" dirty="0">
                <a:solidFill>
                  <a:schemeClr val="accent1">
                    <a:lumMod val="50000"/>
                  </a:schemeClr>
                </a:solidFill>
                <a:latin typeface="Segoe UI"/>
                <a:cs typeface="Segoe UI"/>
              </a:rPr>
              <a:t> </a:t>
            </a:r>
            <a:r>
              <a:rPr lang="en-US" sz="3200" b="1" dirty="0" err="1">
                <a:solidFill>
                  <a:schemeClr val="accent1">
                    <a:lumMod val="50000"/>
                  </a:schemeClr>
                </a:solidFill>
                <a:latin typeface="Segoe UI"/>
                <a:cs typeface="Segoe UI"/>
              </a:rPr>
              <a:t>đình</a:t>
            </a:r>
            <a:endParaRPr lang="vi-VN" sz="3200" b="1" dirty="0">
              <a:solidFill>
                <a:schemeClr val="accent1">
                  <a:lumMod val="50000"/>
                </a:schemeClr>
              </a:solidFill>
              <a:latin typeface="Segoe UI"/>
              <a:cs typeface="Segoe UI"/>
            </a:endParaRPr>
          </a:p>
        </p:txBody>
      </p:sp>
      <p:sp>
        <p:nvSpPr>
          <p:cNvPr id="3" name="Rectangle 1"/>
          <p:cNvSpPr>
            <a:spLocks noChangeArrowheads="1"/>
          </p:cNvSpPr>
          <p:nvPr/>
        </p:nvSpPr>
        <p:spPr bwMode="auto">
          <a:xfrm>
            <a:off x="400286" y="1231243"/>
            <a:ext cx="4791146" cy="4771351"/>
          </a:xfrm>
          <a:prstGeom prst="rect">
            <a:avLst/>
          </a:prstGeom>
          <a:solidFill>
            <a:schemeClr val="bg1"/>
          </a:solidFill>
          <a:ln>
            <a:noFill/>
          </a:ln>
        </p:spPr>
        <p:txBody>
          <a:bodyPr vert="horz" wrap="square" lIns="91440" tIns="91440" rIns="91440" bIns="91440" numCol="1" anchor="t">
            <a:noAutofit/>
          </a:bodyPr>
          <a:lstStyle/>
          <a:p>
            <a:pPr marL="342900" indent="-342900">
              <a:lnSpc>
                <a:spcPct val="140000"/>
              </a:lnSpc>
              <a:buChar char="•"/>
            </a:pPr>
            <a:r>
              <a:rPr lang="vi-VN" sz="1500" b="1" dirty="0">
                <a:solidFill>
                  <a:srgbClr val="203864"/>
                </a:solidFill>
                <a:latin typeface="Segoe UI"/>
                <a:cs typeface="Segoe UI"/>
              </a:rPr>
              <a:t>Tổng điểm gia đình:</a:t>
            </a:r>
            <a:r>
              <a:rPr lang="vi-VN" sz="1500" dirty="0">
                <a:solidFill>
                  <a:srgbClr val="203864"/>
                </a:solidFill>
                <a:latin typeface="Segoe UI"/>
                <a:cs typeface="Segoe UI"/>
              </a:rPr>
              <a:t> Toàn bộ điểm của tất cả thành viên trong gia đình (VD: 62.500 điểm)</a:t>
            </a:r>
          </a:p>
          <a:p>
            <a:pPr marL="342900" indent="-342900">
              <a:lnSpc>
                <a:spcPct val="140000"/>
              </a:lnSpc>
              <a:buChar char="•"/>
            </a:pPr>
            <a:r>
              <a:rPr lang="vi-VN" sz="1500" b="1" dirty="0">
                <a:solidFill>
                  <a:srgbClr val="203864"/>
                </a:solidFill>
                <a:latin typeface="Segoe UI"/>
                <a:cs typeface="Segoe UI"/>
              </a:rPr>
              <a:t>Điểm khả dụng:</a:t>
            </a:r>
            <a:r>
              <a:rPr lang="vi-VN" sz="1500" dirty="0">
                <a:solidFill>
                  <a:srgbClr val="203864"/>
                </a:solidFill>
                <a:latin typeface="Segoe UI"/>
                <a:cs typeface="Segoe UI"/>
              </a:rPr>
              <a:t> Điểm cá nhân + điểm sắp hết hạn của các thành viên còn lại (VD: 52.500 điểm)</a:t>
            </a:r>
          </a:p>
          <a:p>
            <a:pPr marL="342900" indent="-342900">
              <a:lnSpc>
                <a:spcPct val="140000"/>
              </a:lnSpc>
              <a:buChar char="•"/>
            </a:pPr>
            <a:r>
              <a:rPr lang="vi-VN" sz="1500" b="1" dirty="0">
                <a:solidFill>
                  <a:srgbClr val="203864"/>
                </a:solidFill>
                <a:latin typeface="Segoe UI"/>
                <a:cs typeface="Segoe UI"/>
              </a:rPr>
              <a:t>Điểm thưởng cá nhân:</a:t>
            </a:r>
            <a:r>
              <a:rPr lang="vi-VN" sz="1500" dirty="0">
                <a:solidFill>
                  <a:srgbClr val="203864"/>
                </a:solidFill>
                <a:latin typeface="Segoe UI"/>
                <a:cs typeface="Segoe UI"/>
              </a:rPr>
              <a:t> Tổng điểm cá nhân và số điểm đã dùng (VD: 22.000 điểm – Đã dùng: 0 điểm)</a:t>
            </a:r>
          </a:p>
          <a:p>
            <a:pPr marL="342900" indent="-342900">
              <a:lnSpc>
                <a:spcPct val="140000"/>
              </a:lnSpc>
              <a:buChar char="•"/>
            </a:pPr>
            <a:r>
              <a:rPr lang="vi-VN" sz="1500" b="1" dirty="0">
                <a:solidFill>
                  <a:srgbClr val="203864"/>
                </a:solidFill>
                <a:latin typeface="Segoe UI"/>
                <a:cs typeface="Segoe UI"/>
              </a:rPr>
              <a:t>Điểm GĐ LC khả dụng:</a:t>
            </a:r>
            <a:r>
              <a:rPr lang="vi-VN" sz="1500" dirty="0">
                <a:solidFill>
                  <a:srgbClr val="203864"/>
                </a:solidFill>
                <a:latin typeface="Segoe UI"/>
                <a:cs typeface="Segoe UI"/>
              </a:rPr>
              <a:t> Điểm sắp hết hạn của các thành viên khác và số đã dùng (VD: 40.500 điểm – Đã dùng: 0 điểm)</a:t>
            </a:r>
          </a:p>
          <a:p>
            <a:pPr marL="342900" indent="-342900">
              <a:lnSpc>
                <a:spcPct val="140000"/>
              </a:lnSpc>
              <a:buChar char="•"/>
            </a:pPr>
            <a:r>
              <a:rPr lang="vi-VN" sz="1500" b="1" dirty="0">
                <a:solidFill>
                  <a:srgbClr val="203864"/>
                </a:solidFill>
                <a:latin typeface="Segoe UI"/>
                <a:cs typeface="Segoe UI"/>
              </a:rPr>
              <a:t>Quy đổi:</a:t>
            </a:r>
            <a:r>
              <a:rPr lang="vi-VN" sz="1500" dirty="0">
                <a:solidFill>
                  <a:srgbClr val="203864"/>
                </a:solidFill>
                <a:latin typeface="Segoe UI"/>
                <a:cs typeface="Segoe UI"/>
              </a:rPr>
              <a:t> Nhập số điểm muốn đổi hoặc nhập số tiền muốn giảm. Nút </a:t>
            </a:r>
            <a:r>
              <a:rPr lang="vi-VN" sz="1500" b="1" dirty="0">
                <a:solidFill>
                  <a:srgbClr val="203864"/>
                </a:solidFill>
                <a:latin typeface="Segoe UI"/>
                <a:cs typeface="Segoe UI"/>
              </a:rPr>
              <a:t>“Đổi toàn bộ (Shift + Enter)”</a:t>
            </a:r>
            <a:r>
              <a:rPr lang="vi-VN" sz="1500" dirty="0">
                <a:solidFill>
                  <a:srgbClr val="203864"/>
                </a:solidFill>
                <a:latin typeface="Segoe UI"/>
                <a:cs typeface="Segoe UI"/>
              </a:rPr>
              <a:t> giúp đổi tối đa trong giới hạn cho phép (tối đa 300.000đ).</a:t>
            </a:r>
          </a:p>
        </p:txBody>
      </p:sp>
      <p:pic>
        <p:nvPicPr>
          <p:cNvPr id="7" name="Picture 6">
            <a:extLst>
              <a:ext uri="{FF2B5EF4-FFF2-40B4-BE49-F238E27FC236}">
                <a16:creationId xmlns:a16="http://schemas.microsoft.com/office/drawing/2014/main" id="{86B209F4-E9CC-40D5-BC26-58FD7FE16F00}"/>
              </a:ext>
            </a:extLst>
          </p:cNvPr>
          <p:cNvPicPr>
            <a:picLocks noChangeAspect="1"/>
          </p:cNvPicPr>
          <p:nvPr/>
        </p:nvPicPr>
        <p:blipFill>
          <a:blip r:embed="rId2"/>
          <a:stretch>
            <a:fillRect/>
          </a:stretch>
        </p:blipFill>
        <p:spPr>
          <a:xfrm>
            <a:off x="5406747" y="1677505"/>
            <a:ext cx="6785253" cy="350298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54247" y="430918"/>
            <a:ext cx="10853836" cy="584775"/>
          </a:xfrm>
          <a:prstGeom prst="rect">
            <a:avLst/>
          </a:prstGeom>
          <a:noFill/>
        </p:spPr>
        <p:txBody>
          <a:bodyPr wrap="square" lIns="91440" tIns="45720" rIns="91440" bIns="45720" rtlCol="0" anchor="t">
            <a:spAutoFit/>
          </a:bodyPr>
          <a:lstStyle/>
          <a:p>
            <a:r>
              <a:rPr lang="vi-VN" sz="3200" b="1" dirty="0">
                <a:solidFill>
                  <a:schemeClr val="accent1">
                    <a:lumMod val="50000"/>
                  </a:schemeClr>
                </a:solidFill>
                <a:latin typeface="Segoe UI"/>
                <a:cs typeface="Segoe UI"/>
              </a:rPr>
              <a:t>5. Thứ tự trừ điểm khi đổi</a:t>
            </a:r>
          </a:p>
        </p:txBody>
      </p:sp>
      <p:sp>
        <p:nvSpPr>
          <p:cNvPr id="3" name="Rectangle 1"/>
          <p:cNvSpPr>
            <a:spLocks noChangeArrowheads="1"/>
          </p:cNvSpPr>
          <p:nvPr/>
        </p:nvSpPr>
        <p:spPr bwMode="auto">
          <a:xfrm>
            <a:off x="754247" y="1383236"/>
            <a:ext cx="10853836" cy="3776081"/>
          </a:xfrm>
          <a:prstGeom prst="rect">
            <a:avLst/>
          </a:prstGeom>
          <a:noFill/>
          <a:ln>
            <a:noFill/>
          </a:ln>
          <a:extLst>
            <a:ext uri="{909E8E84-426E-40DD-AFC4-6F175D3DCCD1}">
              <a14:hiddenFill xmlns:a14="http://schemas.microsoft.com/office/drawing/2010/main">
                <a:solidFill>
                  <a:schemeClr val="accent1"/>
                </a:solidFill>
              </a14:hiddenFill>
            </a:ext>
          </a:extLst>
        </p:spPr>
        <p:txBody>
          <a:bodyPr vert="horz" wrap="square" lIns="91440" tIns="91440" rIns="91440" bIns="91440" numCol="1" anchor="t">
            <a:spAutoFit/>
          </a:bodyPr>
          <a:lstStyle/>
          <a:p>
            <a:pPr marL="342900" indent="-342900">
              <a:lnSpc>
                <a:spcPct val="180000"/>
              </a:lnSpc>
              <a:buFont typeface="+mj-lt"/>
              <a:buAutoNum type="arabicPeriod"/>
            </a:pPr>
            <a:r>
              <a:rPr lang="vi-VN" b="1" dirty="0">
                <a:solidFill>
                  <a:srgbClr val="203864"/>
                </a:solidFill>
                <a:latin typeface="Segoe UI"/>
                <a:cs typeface="Segoe UI"/>
              </a:rPr>
              <a:t>Ưu tiên 1 – Điểm cá nhân:</a:t>
            </a:r>
            <a:r>
              <a:rPr lang="vi-VN" dirty="0">
                <a:solidFill>
                  <a:srgbClr val="203864"/>
                </a:solidFill>
                <a:latin typeface="Segoe UI"/>
                <a:cs typeface="Segoe UI"/>
              </a:rPr>
              <a:t> Hệ thống luôn trừ toàn bộ điểm cá nhân trước. Chỉ khi điểm cá nhân = 0 mới chuyển sang dùng điểm gia đình.</a:t>
            </a:r>
          </a:p>
          <a:p>
            <a:pPr marL="342900" indent="-342900">
              <a:lnSpc>
                <a:spcPct val="180000"/>
              </a:lnSpc>
              <a:buFont typeface="+mj-lt"/>
              <a:buAutoNum type="arabicPeriod"/>
            </a:pPr>
            <a:r>
              <a:rPr lang="vi-VN" b="1" dirty="0">
                <a:solidFill>
                  <a:srgbClr val="203864"/>
                </a:solidFill>
                <a:latin typeface="Segoe UI"/>
                <a:cs typeface="Segoe UI"/>
              </a:rPr>
              <a:t>Ưu tiên 2 – Điểm gia đình (theo ngày hết hạn):</a:t>
            </a:r>
            <a:r>
              <a:rPr lang="vi-VN" dirty="0">
                <a:solidFill>
                  <a:srgbClr val="203864"/>
                </a:solidFill>
                <a:latin typeface="Segoe UI"/>
                <a:cs typeface="Segoe UI"/>
              </a:rPr>
              <a:t> Thành viên nào có điểm sắp hết hạn gần nhất sẽ bị trừ trước.</a:t>
            </a:r>
          </a:p>
          <a:p>
            <a:pPr marL="342900" indent="-342900">
              <a:lnSpc>
                <a:spcPct val="180000"/>
              </a:lnSpc>
              <a:buFont typeface="+mj-lt"/>
              <a:buAutoNum type="arabicPeriod"/>
            </a:pPr>
            <a:r>
              <a:rPr lang="vi-VN" b="1" dirty="0">
                <a:solidFill>
                  <a:srgbClr val="203864"/>
                </a:solidFill>
                <a:latin typeface="Segoe UI"/>
                <a:cs typeface="Segoe UI"/>
              </a:rPr>
              <a:t>Trường hợp cùng ngày hết hạn:</a:t>
            </a:r>
            <a:r>
              <a:rPr lang="vi-VN" dirty="0">
                <a:solidFill>
                  <a:srgbClr val="203864"/>
                </a:solidFill>
                <a:latin typeface="Segoe UI"/>
                <a:cs typeface="Segoe UI"/>
              </a:rPr>
              <a:t> Nếu nhiều thành viên có điểm hết hạn cùng ngày, hệ thống sẽ chọn ngẫu nhiên (random) thành viên để trừ điểm trước.</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54247" y="430918"/>
            <a:ext cx="10853836" cy="584775"/>
          </a:xfrm>
          <a:prstGeom prst="rect">
            <a:avLst/>
          </a:prstGeom>
          <a:noFill/>
        </p:spPr>
        <p:txBody>
          <a:bodyPr wrap="square" lIns="91440" tIns="45720" rIns="91440" bIns="45720" rtlCol="0" anchor="t">
            <a:spAutoFit/>
          </a:bodyPr>
          <a:lstStyle/>
          <a:p>
            <a:r>
              <a:rPr lang="vi-VN" sz="3200" b="1" dirty="0">
                <a:solidFill>
                  <a:schemeClr val="accent1">
                    <a:lumMod val="50000"/>
                  </a:schemeClr>
                </a:solidFill>
                <a:latin typeface="Segoe UI"/>
                <a:cs typeface="Segoe UI"/>
              </a:rPr>
              <a:t>6. Hủy đơn / Trả hàng sau đổi điểm</a:t>
            </a:r>
          </a:p>
        </p:txBody>
      </p:sp>
      <p:sp>
        <p:nvSpPr>
          <p:cNvPr id="3" name="Rectangle 1"/>
          <p:cNvSpPr>
            <a:spLocks noChangeArrowheads="1"/>
          </p:cNvSpPr>
          <p:nvPr/>
        </p:nvSpPr>
        <p:spPr bwMode="auto">
          <a:xfrm>
            <a:off x="754247" y="1383236"/>
            <a:ext cx="10853836" cy="3776081"/>
          </a:xfrm>
          <a:prstGeom prst="rect">
            <a:avLst/>
          </a:prstGeom>
          <a:noFill/>
          <a:ln>
            <a:noFill/>
          </a:ln>
          <a:extLst>
            <a:ext uri="{909E8E84-426E-40DD-AFC4-6F175D3DCCD1}">
              <a14:hiddenFill xmlns:a14="http://schemas.microsoft.com/office/drawing/2010/main">
                <a:solidFill>
                  <a:schemeClr val="accent1"/>
                </a:solidFill>
              </a14:hiddenFill>
            </a:ext>
          </a:extLst>
        </p:spPr>
        <p:txBody>
          <a:bodyPr vert="horz" wrap="square" lIns="91440" tIns="91440" rIns="91440" bIns="91440" numCol="1" anchor="t">
            <a:spAutoFit/>
          </a:bodyPr>
          <a:lstStyle/>
          <a:p>
            <a:pPr marL="342900" indent="-342900">
              <a:lnSpc>
                <a:spcPct val="180000"/>
              </a:lnSpc>
              <a:buFont typeface="+mj-lt"/>
              <a:buAutoNum type="arabicPeriod"/>
            </a:pPr>
            <a:r>
              <a:rPr lang="vi-VN" b="1" dirty="0">
                <a:solidFill>
                  <a:srgbClr val="203864"/>
                </a:solidFill>
                <a:latin typeface="Segoe UI"/>
                <a:cs typeface="Segoe UI"/>
              </a:rPr>
              <a:t>Đơn chưa hoàn tất (hủy đơn):</a:t>
            </a:r>
            <a:r>
              <a:rPr lang="vi-VN" dirty="0">
                <a:solidFill>
                  <a:srgbClr val="203864"/>
                </a:solidFill>
                <a:latin typeface="Segoe UI"/>
                <a:cs typeface="Segoe UI"/>
              </a:rPr>
              <a:t> Điểm gia đình đã sử dụng sẽ được </a:t>
            </a:r>
            <a:r>
              <a:rPr lang="vi-VN" b="1" dirty="0">
                <a:solidFill>
                  <a:srgbClr val="203864"/>
                </a:solidFill>
                <a:latin typeface="Segoe UI"/>
                <a:cs typeface="Segoe UI"/>
              </a:rPr>
              <a:t>hoàn trả về cho đúng thành viên ban đầu</a:t>
            </a:r>
            <a:r>
              <a:rPr lang="vi-VN" dirty="0">
                <a:solidFill>
                  <a:srgbClr val="203864"/>
                </a:solidFill>
                <a:latin typeface="Segoe UI"/>
                <a:cs typeface="Segoe UI"/>
              </a:rPr>
              <a:t> (dùng điểm của ai thì trả điểm cho người đó).</a:t>
            </a:r>
          </a:p>
          <a:p>
            <a:pPr marL="342900" indent="-342900">
              <a:lnSpc>
                <a:spcPct val="180000"/>
              </a:lnSpc>
              <a:buFont typeface="+mj-lt"/>
              <a:buAutoNum type="arabicPeriod"/>
            </a:pPr>
            <a:r>
              <a:rPr lang="vi-VN" b="1" dirty="0">
                <a:solidFill>
                  <a:srgbClr val="203864"/>
                </a:solidFill>
                <a:latin typeface="Segoe UI"/>
                <a:cs typeface="Segoe UI"/>
              </a:rPr>
              <a:t>Đơn đã hoàn tất (hoàn tất cọc / hoàn tất đơn) – khi trả hàng:</a:t>
            </a:r>
            <a:r>
              <a:rPr lang="vi-VN" dirty="0">
                <a:solidFill>
                  <a:srgbClr val="203864"/>
                </a:solidFill>
                <a:latin typeface="Segoe UI"/>
                <a:cs typeface="Segoe UI"/>
              </a:rPr>
              <a:t> Điểm gia đình đã sử dụng sẽ được </a:t>
            </a:r>
            <a:r>
              <a:rPr lang="vi-VN" b="1" dirty="0">
                <a:solidFill>
                  <a:srgbClr val="203864"/>
                </a:solidFill>
                <a:latin typeface="Segoe UI"/>
                <a:cs typeface="Segoe UI"/>
              </a:rPr>
              <a:t>hoàn về cho người mua</a:t>
            </a:r>
            <a:r>
              <a:rPr lang="vi-VN" dirty="0">
                <a:solidFill>
                  <a:srgbClr val="203864"/>
                </a:solidFill>
                <a:latin typeface="Segoe UI"/>
                <a:cs typeface="Segoe UI"/>
              </a:rPr>
              <a:t>, </a:t>
            </a:r>
            <a:r>
              <a:rPr lang="vi-VN" b="1" dirty="0">
                <a:solidFill>
                  <a:srgbClr val="203864"/>
                </a:solidFill>
                <a:latin typeface="Segoe UI"/>
                <a:cs typeface="Segoe UI"/>
              </a:rPr>
              <a:t>không hoàn về thành viên ban đầu</a:t>
            </a:r>
            <a:r>
              <a:rPr lang="vi-VN" dirty="0">
                <a:solidFill>
                  <a:srgbClr val="203864"/>
                </a:solidFill>
                <a:latin typeface="Segoe UI"/>
                <a:cs typeface="Segoe UI"/>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bd524b57-3e52-4bc5-91f8-8cbdb9d6849d">
      <Terms xmlns="http://schemas.microsoft.com/office/infopath/2007/PartnerControls"/>
    </lcf76f155ced4ddcb4097134ff3c332f>
    <TaxCatchAll xmlns="cc103603-fa76-4195-9719-fcf5456fd878" xsi:nil="true"/>
    <_ip_UnifiedCompliancePolicyUIAction xmlns="http://schemas.microsoft.com/sharepoint/v3"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Tài liệu" ma:contentTypeID="0x0101003E0E541FB879B746BA46A61D1AA3B5BA" ma:contentTypeVersion="16" ma:contentTypeDescription="Tạo tài liệu mới." ma:contentTypeScope="" ma:versionID="7ae507c0339d03c8b752de4e90c137e3">
  <xsd:schema xmlns:xsd="http://www.w3.org/2001/XMLSchema" xmlns:xs="http://www.w3.org/2001/XMLSchema" xmlns:p="http://schemas.microsoft.com/office/2006/metadata/properties" xmlns:ns1="http://schemas.microsoft.com/sharepoint/v3" xmlns:ns2="bd524b57-3e52-4bc5-91f8-8cbdb9d6849d" xmlns:ns3="91580b2b-7983-4e04-b017-f5e95aaf44c5" xmlns:ns4="cc103603-fa76-4195-9719-fcf5456fd878" targetNamespace="http://schemas.microsoft.com/office/2006/metadata/properties" ma:root="true" ma:fieldsID="e1ec20b658e07e4c730a82ff623354fa" ns1:_="" ns2:_="" ns3:_="" ns4:_="">
    <xsd:import namespace="http://schemas.microsoft.com/sharepoint/v3"/>
    <xsd:import namespace="bd524b57-3e52-4bc5-91f8-8cbdb9d6849d"/>
    <xsd:import namespace="91580b2b-7983-4e04-b017-f5e95aaf44c5"/>
    <xsd:import namespace="cc103603-fa76-4195-9719-fcf5456fd87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4: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2" nillable="true" ma:displayName="Đặc tính Chính sách Tuân thủ Hợp nhất" ma:hidden="true" ma:internalName="_ip_UnifiedCompliancePolicyProperties">
      <xsd:simpleType>
        <xsd:restriction base="dms:Note"/>
      </xsd:simpleType>
    </xsd:element>
    <xsd:element name="_ip_UnifiedCompliancePolicyUIAction" ma:index="23" nillable="true" ma:displayName="Thao tác UI của Chính sách Tuân thủ Hợp nhất"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d524b57-3e52-4bc5-91f8-8cbdb9d6849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Thẻ Hình ảnh" ma:readOnly="false" ma:fieldId="{5cf76f15-5ced-4ddc-b409-7134ff3c332f}" ma:taxonomyMulti="true" ma:sspId="7c97e1a9-fa82-4965-b735-0e061acf9268"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1580b2b-7983-4e04-b017-f5e95aaf44c5" elementFormDefault="qualified">
    <xsd:import namespace="http://schemas.microsoft.com/office/2006/documentManagement/types"/>
    <xsd:import namespace="http://schemas.microsoft.com/office/infopath/2007/PartnerControls"/>
    <xsd:element name="SharedWithUsers" ma:index="12" nillable="true" ma:displayName="Chia sẻ Với"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Chia sẻ Có Chi tiết"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c103603-fa76-4195-9719-fcf5456fd878"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405704f9-b9d6-461d-aa6c-62bdde322f79}" ma:internalName="TaxCatchAll" ma:showField="CatchAllData" ma:web="cc103603-fa76-4195-9719-fcf5456fd87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Loại Nội dung"/>
        <xsd:element ref="dc:title" minOccurs="0" maxOccurs="1" ma:index="4" ma:displayName="Tiêu đề"/>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0D2FD59-96A7-4D73-A3B0-9CE3B76990C8}">
  <ds:schemaRefs>
    <ds:schemaRef ds:uri="http://schemas.microsoft.com/office/2006/metadata/properties"/>
    <ds:schemaRef ds:uri="http://schemas.microsoft.com/office/2006/documentManagement/types"/>
    <ds:schemaRef ds:uri="d6ad6ba7-21c6-4018-9926-45e501d2a8a2"/>
    <ds:schemaRef ds:uri="http://schemas.microsoft.com/office/infopath/2007/PartnerControls"/>
    <ds:schemaRef ds:uri="5839a243-13b2-47be-a659-deb8634584c4"/>
    <ds:schemaRef ds:uri="http://www.w3.org/XML/1998/namespace"/>
    <ds:schemaRef ds:uri="http://purl.org/dc/dcmitype/"/>
    <ds:schemaRef ds:uri="http://purl.org/dc/elements/1.1/"/>
    <ds:schemaRef ds:uri="http://schemas.openxmlformats.org/package/2006/metadata/core-properties"/>
    <ds:schemaRef ds:uri="http://purl.org/dc/terms/"/>
  </ds:schemaRefs>
</ds:datastoreItem>
</file>

<file path=customXml/itemProps2.xml><?xml version="1.0" encoding="utf-8"?>
<ds:datastoreItem xmlns:ds="http://schemas.openxmlformats.org/officeDocument/2006/customXml" ds:itemID="{CB7D6B94-783F-48E0-BA1A-8606A01D7978}">
  <ds:schemaRefs>
    <ds:schemaRef ds:uri="http://schemas.microsoft.com/sharepoint/v3/contenttype/forms"/>
  </ds:schemaRefs>
</ds:datastoreItem>
</file>

<file path=customXml/itemProps3.xml><?xml version="1.0" encoding="utf-8"?>
<ds:datastoreItem xmlns:ds="http://schemas.openxmlformats.org/officeDocument/2006/customXml" ds:itemID="{687B7C95-201B-411C-9E85-B84568A0B536}"/>
</file>

<file path=docProps/app.xml><?xml version="1.0" encoding="utf-8"?>
<Properties xmlns="http://schemas.openxmlformats.org/officeDocument/2006/extended-properties" xmlns:vt="http://schemas.openxmlformats.org/officeDocument/2006/docPropsVTypes">
  <TotalTime>15564</TotalTime>
  <Words>666</Words>
  <Application>Microsoft Office PowerPoint</Application>
  <PresentationFormat>Widescreen</PresentationFormat>
  <Paragraphs>29</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KẾ HOẠCH  TRIỂN KHAI  HỆ THỐNG  BÁN HÀNG RSA VACCINE VER2</dc:title>
  <dc:creator>TIÊN CẨM</dc:creator>
  <cp:lastModifiedBy>Nguyen</cp:lastModifiedBy>
  <cp:revision>39</cp:revision>
  <dcterms:created xsi:type="dcterms:W3CDTF">2023-12-05T04:30:58Z</dcterms:created>
  <dcterms:modified xsi:type="dcterms:W3CDTF">2026-03-23T10:35:14Z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0x0101003E0E541FB879B746BA46A61D1AA3B5BA</vt:lpwstr>
  </property>
  <property fmtid="{D5CDD505-2E9C-101B-9397-08002B2CF9AE}" pid="3" name="MediaServiceImageTags">
    <vt:lpwstr/>
  </property>
</Properties>
</file>